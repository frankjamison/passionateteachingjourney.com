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3" r:id="rId8"/>
    <p:sldId id="278" r:id="rId9"/>
    <p:sldId id="279" r:id="rId10"/>
    <p:sldId id="272" r:id="rId11"/>
    <p:sldId id="281" r:id="rId12"/>
    <p:sldId id="280" r:id="rId13"/>
    <p:sldId id="262" r:id="rId14"/>
    <p:sldId id="264" r:id="rId15"/>
    <p:sldId id="265" r:id="rId16"/>
    <p:sldId id="266" r:id="rId17"/>
    <p:sldId id="282" r:id="rId18"/>
    <p:sldId id="283" r:id="rId19"/>
    <p:sldId id="273" r:id="rId20"/>
    <p:sldId id="284" r:id="rId21"/>
    <p:sldId id="285" r:id="rId22"/>
    <p:sldId id="274" r:id="rId23"/>
    <p:sldId id="268" r:id="rId24"/>
    <p:sldId id="269" r:id="rId25"/>
    <p:sldId id="270" r:id="rId26"/>
    <p:sldId id="286" r:id="rId27"/>
    <p:sldId id="287" r:id="rId28"/>
    <p:sldId id="275" r:id="rId29"/>
    <p:sldId id="288" r:id="rId30"/>
    <p:sldId id="289" r:id="rId31"/>
    <p:sldId id="276" r:id="rId32"/>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5AE3A-FA4C-4D01-ACE5-33AF1821FAB2}" v="7" dt="2024-02-11T02:15:29.3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Jamison" userId="ba5cb3d4-e437-4fdd-96e9-c87ac9c47693" providerId="ADAL" clId="{74A5AE3A-FA4C-4D01-ACE5-33AF1821FAB2}"/>
    <pc:docChg chg="undo redo custSel addSld delSld modSld">
      <pc:chgData name="Frank Jamison" userId="ba5cb3d4-e437-4fdd-96e9-c87ac9c47693" providerId="ADAL" clId="{74A5AE3A-FA4C-4D01-ACE5-33AF1821FAB2}" dt="2024-02-11T02:17:41.015" v="793" actId="2696"/>
      <pc:docMkLst>
        <pc:docMk/>
      </pc:docMkLst>
      <pc:sldChg chg="modSp mod">
        <pc:chgData name="Frank Jamison" userId="ba5cb3d4-e437-4fdd-96e9-c87ac9c47693" providerId="ADAL" clId="{74A5AE3A-FA4C-4D01-ACE5-33AF1821FAB2}" dt="2024-02-10T21:16:20.839" v="36" actId="20577"/>
        <pc:sldMkLst>
          <pc:docMk/>
          <pc:sldMk cId="3287962344" sldId="256"/>
        </pc:sldMkLst>
        <pc:spChg chg="mod">
          <ac:chgData name="Frank Jamison" userId="ba5cb3d4-e437-4fdd-96e9-c87ac9c47693" providerId="ADAL" clId="{74A5AE3A-FA4C-4D01-ACE5-33AF1821FAB2}" dt="2024-02-10T21:16:20.839" v="36" actId="20577"/>
          <ac:spMkLst>
            <pc:docMk/>
            <pc:sldMk cId="3287962344" sldId="256"/>
            <ac:spMk id="3" creationId="{4F6E1DB1-BE81-4CC7-97B1-AD595DCAC021}"/>
          </ac:spMkLst>
        </pc:spChg>
      </pc:sldChg>
      <pc:sldChg chg="del">
        <pc:chgData name="Frank Jamison" userId="ba5cb3d4-e437-4fdd-96e9-c87ac9c47693" providerId="ADAL" clId="{74A5AE3A-FA4C-4D01-ACE5-33AF1821FAB2}" dt="2024-02-11T02:17:38.081" v="792" actId="2696"/>
        <pc:sldMkLst>
          <pc:docMk/>
          <pc:sldMk cId="3787137180" sldId="257"/>
        </pc:sldMkLst>
      </pc:sldChg>
      <pc:sldChg chg="modSp mod">
        <pc:chgData name="Frank Jamison" userId="ba5cb3d4-e437-4fdd-96e9-c87ac9c47693" providerId="ADAL" clId="{74A5AE3A-FA4C-4D01-ACE5-33AF1821FAB2}" dt="2024-02-10T21:42:32.485" v="79" actId="20577"/>
        <pc:sldMkLst>
          <pc:docMk/>
          <pc:sldMk cId="2473581044" sldId="258"/>
        </pc:sldMkLst>
        <pc:spChg chg="mod">
          <ac:chgData name="Frank Jamison" userId="ba5cb3d4-e437-4fdd-96e9-c87ac9c47693" providerId="ADAL" clId="{74A5AE3A-FA4C-4D01-ACE5-33AF1821FAB2}" dt="2024-02-10T21:42:32.485" v="79" actId="20577"/>
          <ac:spMkLst>
            <pc:docMk/>
            <pc:sldMk cId="2473581044" sldId="258"/>
            <ac:spMk id="5" creationId="{046ECAE5-3194-43BB-9A34-B58504C6B61B}"/>
          </ac:spMkLst>
        </pc:spChg>
      </pc:sldChg>
      <pc:sldChg chg="modSp mod">
        <pc:chgData name="Frank Jamison" userId="ba5cb3d4-e437-4fdd-96e9-c87ac9c47693" providerId="ADAL" clId="{74A5AE3A-FA4C-4D01-ACE5-33AF1821FAB2}" dt="2024-02-10T23:01:03.890" v="243" actId="21"/>
        <pc:sldMkLst>
          <pc:docMk/>
          <pc:sldMk cId="1072070840" sldId="259"/>
        </pc:sldMkLst>
        <pc:spChg chg="mod">
          <ac:chgData name="Frank Jamison" userId="ba5cb3d4-e437-4fdd-96e9-c87ac9c47693" providerId="ADAL" clId="{74A5AE3A-FA4C-4D01-ACE5-33AF1821FAB2}" dt="2024-02-10T21:56:02.482" v="86"/>
          <ac:spMkLst>
            <pc:docMk/>
            <pc:sldMk cId="1072070840" sldId="259"/>
            <ac:spMk id="6" creationId="{7B6DF6C6-8AD7-4518-BA46-148E6800913F}"/>
          </ac:spMkLst>
        </pc:spChg>
        <pc:spChg chg="mod">
          <ac:chgData name="Frank Jamison" userId="ba5cb3d4-e437-4fdd-96e9-c87ac9c47693" providerId="ADAL" clId="{74A5AE3A-FA4C-4D01-ACE5-33AF1821FAB2}" dt="2024-02-10T23:01:03.890" v="243" actId="21"/>
          <ac:spMkLst>
            <pc:docMk/>
            <pc:sldMk cId="1072070840" sldId="259"/>
            <ac:spMk id="7" creationId="{7C0D9260-FE1D-4579-B031-82E1990D48F4}"/>
          </ac:spMkLst>
        </pc:spChg>
      </pc:sldChg>
      <pc:sldChg chg="addSp delSp modSp mod">
        <pc:chgData name="Frank Jamison" userId="ba5cb3d4-e437-4fdd-96e9-c87ac9c47693" providerId="ADAL" clId="{74A5AE3A-FA4C-4D01-ACE5-33AF1821FAB2}" dt="2024-02-10T23:45:26.021" v="275"/>
        <pc:sldMkLst>
          <pc:docMk/>
          <pc:sldMk cId="4155127105" sldId="262"/>
        </pc:sldMkLst>
        <pc:spChg chg="add del mod">
          <ac:chgData name="Frank Jamison" userId="ba5cb3d4-e437-4fdd-96e9-c87ac9c47693" providerId="ADAL" clId="{74A5AE3A-FA4C-4D01-ACE5-33AF1821FAB2}" dt="2024-02-10T23:36:29.996" v="267" actId="478"/>
          <ac:spMkLst>
            <pc:docMk/>
            <pc:sldMk cId="4155127105" sldId="262"/>
            <ac:spMk id="4" creationId="{63DEC159-CE55-784D-2865-D82C74B5114C}"/>
          </ac:spMkLst>
        </pc:spChg>
        <pc:spChg chg="add del">
          <ac:chgData name="Frank Jamison" userId="ba5cb3d4-e437-4fdd-96e9-c87ac9c47693" providerId="ADAL" clId="{74A5AE3A-FA4C-4D01-ACE5-33AF1821FAB2}" dt="2024-02-10T23:36:33.308" v="268" actId="478"/>
          <ac:spMkLst>
            <pc:docMk/>
            <pc:sldMk cId="4155127105" sldId="262"/>
            <ac:spMk id="6" creationId="{EEE9FD81-0AFB-47FE-91AC-91B9664E70DC}"/>
          </ac:spMkLst>
        </pc:spChg>
        <pc:spChg chg="add del mod">
          <ac:chgData name="Frank Jamison" userId="ba5cb3d4-e437-4fdd-96e9-c87ac9c47693" providerId="ADAL" clId="{74A5AE3A-FA4C-4D01-ACE5-33AF1821FAB2}" dt="2024-02-10T23:40:31.194" v="274" actId="3680"/>
          <ac:spMkLst>
            <pc:docMk/>
            <pc:sldMk cId="4155127105" sldId="262"/>
            <ac:spMk id="8" creationId="{35AEC11E-F35F-C8AD-BC5F-FAD208BF8103}"/>
          </ac:spMkLst>
        </pc:spChg>
        <pc:graphicFrameChg chg="add mod">
          <ac:chgData name="Frank Jamison" userId="ba5cb3d4-e437-4fdd-96e9-c87ac9c47693" providerId="ADAL" clId="{74A5AE3A-FA4C-4D01-ACE5-33AF1821FAB2}" dt="2024-02-10T23:36:17.701" v="265"/>
          <ac:graphicFrameMkLst>
            <pc:docMk/>
            <pc:sldMk cId="4155127105" sldId="262"/>
            <ac:graphicFrameMk id="2" creationId="{15F28892-5195-AE2B-3499-1941E983C9B4}"/>
          </ac:graphicFrameMkLst>
        </pc:graphicFrameChg>
        <pc:graphicFrameChg chg="add del mod ord modGraphic">
          <ac:chgData name="Frank Jamison" userId="ba5cb3d4-e437-4fdd-96e9-c87ac9c47693" providerId="ADAL" clId="{74A5AE3A-FA4C-4D01-ACE5-33AF1821FAB2}" dt="2024-02-10T23:37:46.519" v="270" actId="3680"/>
          <ac:graphicFrameMkLst>
            <pc:docMk/>
            <pc:sldMk cId="4155127105" sldId="262"/>
            <ac:graphicFrameMk id="9" creationId="{26E9A69C-CE06-3688-6802-2562937386E6}"/>
          </ac:graphicFrameMkLst>
        </pc:graphicFrameChg>
        <pc:graphicFrameChg chg="add del mod ord modGraphic">
          <ac:chgData name="Frank Jamison" userId="ba5cb3d4-e437-4fdd-96e9-c87ac9c47693" providerId="ADAL" clId="{74A5AE3A-FA4C-4D01-ACE5-33AF1821FAB2}" dt="2024-02-10T23:45:26.021" v="275"/>
          <ac:graphicFrameMkLst>
            <pc:docMk/>
            <pc:sldMk cId="4155127105" sldId="262"/>
            <ac:graphicFrameMk id="10" creationId="{6076FF5C-BD42-FD68-C93C-710FC19E8614}"/>
          </ac:graphicFrameMkLst>
        </pc:graphicFrameChg>
      </pc:sldChg>
      <pc:sldChg chg="modSp mod">
        <pc:chgData name="Frank Jamison" userId="ba5cb3d4-e437-4fdd-96e9-c87ac9c47693" providerId="ADAL" clId="{74A5AE3A-FA4C-4D01-ACE5-33AF1821FAB2}" dt="2024-02-10T22:15:46.239" v="107" actId="27636"/>
        <pc:sldMkLst>
          <pc:docMk/>
          <pc:sldMk cId="2655445151" sldId="263"/>
        </pc:sldMkLst>
        <pc:spChg chg="mod">
          <ac:chgData name="Frank Jamison" userId="ba5cb3d4-e437-4fdd-96e9-c87ac9c47693" providerId="ADAL" clId="{74A5AE3A-FA4C-4D01-ACE5-33AF1821FAB2}" dt="2024-02-10T22:03:27.009" v="93" actId="27636"/>
          <ac:spMkLst>
            <pc:docMk/>
            <pc:sldMk cId="2655445151" sldId="263"/>
            <ac:spMk id="5" creationId="{2EC32962-D057-4462-9C6F-63A513855790}"/>
          </ac:spMkLst>
        </pc:spChg>
        <pc:spChg chg="mod">
          <ac:chgData name="Frank Jamison" userId="ba5cb3d4-e437-4fdd-96e9-c87ac9c47693" providerId="ADAL" clId="{74A5AE3A-FA4C-4D01-ACE5-33AF1821FAB2}" dt="2024-02-10T22:15:46.237" v="106" actId="27636"/>
          <ac:spMkLst>
            <pc:docMk/>
            <pc:sldMk cId="2655445151" sldId="263"/>
            <ac:spMk id="6" creationId="{EEE9FD81-0AFB-47FE-91AC-91B9664E70DC}"/>
          </ac:spMkLst>
        </pc:spChg>
        <pc:spChg chg="mod">
          <ac:chgData name="Frank Jamison" userId="ba5cb3d4-e437-4fdd-96e9-c87ac9c47693" providerId="ADAL" clId="{74A5AE3A-FA4C-4D01-ACE5-33AF1821FAB2}" dt="2024-02-10T22:15:46.239" v="107" actId="27636"/>
          <ac:spMkLst>
            <pc:docMk/>
            <pc:sldMk cId="2655445151" sldId="263"/>
            <ac:spMk id="7" creationId="{0D2F998E-89A7-45E5-8DD9-36DA6C483F98}"/>
          </ac:spMkLst>
        </pc:spChg>
      </pc:sldChg>
      <pc:sldChg chg="modSp mod">
        <pc:chgData name="Frank Jamison" userId="ba5cb3d4-e437-4fdd-96e9-c87ac9c47693" providerId="ADAL" clId="{74A5AE3A-FA4C-4D01-ACE5-33AF1821FAB2}" dt="2024-02-10T23:48:37.388" v="277"/>
        <pc:sldMkLst>
          <pc:docMk/>
          <pc:sldMk cId="2688501412" sldId="264"/>
        </pc:sldMkLst>
        <pc:spChg chg="mod">
          <ac:chgData name="Frank Jamison" userId="ba5cb3d4-e437-4fdd-96e9-c87ac9c47693" providerId="ADAL" clId="{74A5AE3A-FA4C-4D01-ACE5-33AF1821FAB2}" dt="2024-02-10T23:48:37.388" v="277"/>
          <ac:spMkLst>
            <pc:docMk/>
            <pc:sldMk cId="2688501412" sldId="264"/>
            <ac:spMk id="5" creationId="{046ECAE5-3194-43BB-9A34-B58504C6B61B}"/>
          </ac:spMkLst>
        </pc:spChg>
      </pc:sldChg>
      <pc:sldChg chg="modSp mod">
        <pc:chgData name="Frank Jamison" userId="ba5cb3d4-e437-4fdd-96e9-c87ac9c47693" providerId="ADAL" clId="{74A5AE3A-FA4C-4D01-ACE5-33AF1821FAB2}" dt="2024-02-10T23:52:20.116" v="289"/>
        <pc:sldMkLst>
          <pc:docMk/>
          <pc:sldMk cId="3014554588" sldId="265"/>
        </pc:sldMkLst>
        <pc:spChg chg="mod">
          <ac:chgData name="Frank Jamison" userId="ba5cb3d4-e437-4fdd-96e9-c87ac9c47693" providerId="ADAL" clId="{74A5AE3A-FA4C-4D01-ACE5-33AF1821FAB2}" dt="2024-02-10T23:51:19.695" v="283" actId="27636"/>
          <ac:spMkLst>
            <pc:docMk/>
            <pc:sldMk cId="3014554588" sldId="265"/>
            <ac:spMk id="6" creationId="{7B6DF6C6-8AD7-4518-BA46-148E6800913F}"/>
          </ac:spMkLst>
        </pc:spChg>
        <pc:spChg chg="mod">
          <ac:chgData name="Frank Jamison" userId="ba5cb3d4-e437-4fdd-96e9-c87ac9c47693" providerId="ADAL" clId="{74A5AE3A-FA4C-4D01-ACE5-33AF1821FAB2}" dt="2024-02-10T23:52:20.116" v="289"/>
          <ac:spMkLst>
            <pc:docMk/>
            <pc:sldMk cId="3014554588" sldId="265"/>
            <ac:spMk id="7" creationId="{7C0D9260-FE1D-4579-B031-82E1990D48F4}"/>
          </ac:spMkLst>
        </pc:spChg>
      </pc:sldChg>
      <pc:sldChg chg="modSp mod">
        <pc:chgData name="Frank Jamison" userId="ba5cb3d4-e437-4fdd-96e9-c87ac9c47693" providerId="ADAL" clId="{74A5AE3A-FA4C-4D01-ACE5-33AF1821FAB2}" dt="2024-02-11T00:14:51.574" v="446" actId="20577"/>
        <pc:sldMkLst>
          <pc:docMk/>
          <pc:sldMk cId="3681317917" sldId="266"/>
        </pc:sldMkLst>
        <pc:spChg chg="mod">
          <ac:chgData name="Frank Jamison" userId="ba5cb3d4-e437-4fdd-96e9-c87ac9c47693" providerId="ADAL" clId="{74A5AE3A-FA4C-4D01-ACE5-33AF1821FAB2}" dt="2024-02-10T23:56:22.272" v="292" actId="20577"/>
          <ac:spMkLst>
            <pc:docMk/>
            <pc:sldMk cId="3681317917" sldId="266"/>
            <ac:spMk id="5" creationId="{2EC32962-D057-4462-9C6F-63A513855790}"/>
          </ac:spMkLst>
        </pc:spChg>
        <pc:spChg chg="mod">
          <ac:chgData name="Frank Jamison" userId="ba5cb3d4-e437-4fdd-96e9-c87ac9c47693" providerId="ADAL" clId="{74A5AE3A-FA4C-4D01-ACE5-33AF1821FAB2}" dt="2024-02-11T00:10:59.145" v="368"/>
          <ac:spMkLst>
            <pc:docMk/>
            <pc:sldMk cId="3681317917" sldId="266"/>
            <ac:spMk id="6" creationId="{EEE9FD81-0AFB-47FE-91AC-91B9664E70DC}"/>
          </ac:spMkLst>
        </pc:spChg>
        <pc:spChg chg="mod">
          <ac:chgData name="Frank Jamison" userId="ba5cb3d4-e437-4fdd-96e9-c87ac9c47693" providerId="ADAL" clId="{74A5AE3A-FA4C-4D01-ACE5-33AF1821FAB2}" dt="2024-02-11T00:14:51.574" v="446" actId="20577"/>
          <ac:spMkLst>
            <pc:docMk/>
            <pc:sldMk cId="3681317917" sldId="266"/>
            <ac:spMk id="7" creationId="{0D2F998E-89A7-45E5-8DD9-36DA6C483F98}"/>
          </ac:spMkLst>
        </pc:spChg>
      </pc:sldChg>
      <pc:sldChg chg="modSp mod">
        <pc:chgData name="Frank Jamison" userId="ba5cb3d4-e437-4fdd-96e9-c87ac9c47693" providerId="ADAL" clId="{74A5AE3A-FA4C-4D01-ACE5-33AF1821FAB2}" dt="2024-02-11T00:00:26.044" v="313"/>
        <pc:sldMkLst>
          <pc:docMk/>
          <pc:sldMk cId="3909065363" sldId="268"/>
        </pc:sldMkLst>
        <pc:spChg chg="mod">
          <ac:chgData name="Frank Jamison" userId="ba5cb3d4-e437-4fdd-96e9-c87ac9c47693" providerId="ADAL" clId="{74A5AE3A-FA4C-4D01-ACE5-33AF1821FAB2}" dt="2024-02-11T00:00:26.044" v="313"/>
          <ac:spMkLst>
            <pc:docMk/>
            <pc:sldMk cId="3909065363" sldId="268"/>
            <ac:spMk id="5" creationId="{046ECAE5-3194-43BB-9A34-B58504C6B61B}"/>
          </ac:spMkLst>
        </pc:spChg>
      </pc:sldChg>
      <pc:sldChg chg="modSp mod">
        <pc:chgData name="Frank Jamison" userId="ba5cb3d4-e437-4fdd-96e9-c87ac9c47693" providerId="ADAL" clId="{74A5AE3A-FA4C-4D01-ACE5-33AF1821FAB2}" dt="2024-02-11T00:03:01.464" v="337"/>
        <pc:sldMkLst>
          <pc:docMk/>
          <pc:sldMk cId="1203652470" sldId="269"/>
        </pc:sldMkLst>
        <pc:spChg chg="mod">
          <ac:chgData name="Frank Jamison" userId="ba5cb3d4-e437-4fdd-96e9-c87ac9c47693" providerId="ADAL" clId="{74A5AE3A-FA4C-4D01-ACE5-33AF1821FAB2}" dt="2024-02-11T00:01:51.308" v="326" actId="27636"/>
          <ac:spMkLst>
            <pc:docMk/>
            <pc:sldMk cId="1203652470" sldId="269"/>
            <ac:spMk id="6" creationId="{7B6DF6C6-8AD7-4518-BA46-148E6800913F}"/>
          </ac:spMkLst>
        </pc:spChg>
        <pc:spChg chg="mod">
          <ac:chgData name="Frank Jamison" userId="ba5cb3d4-e437-4fdd-96e9-c87ac9c47693" providerId="ADAL" clId="{74A5AE3A-FA4C-4D01-ACE5-33AF1821FAB2}" dt="2024-02-11T00:03:01.464" v="337"/>
          <ac:spMkLst>
            <pc:docMk/>
            <pc:sldMk cId="1203652470" sldId="269"/>
            <ac:spMk id="7" creationId="{7C0D9260-FE1D-4579-B031-82E1990D48F4}"/>
          </ac:spMkLst>
        </pc:spChg>
      </pc:sldChg>
      <pc:sldChg chg="modSp mod">
        <pc:chgData name="Frank Jamison" userId="ba5cb3d4-e437-4fdd-96e9-c87ac9c47693" providerId="ADAL" clId="{74A5AE3A-FA4C-4D01-ACE5-33AF1821FAB2}" dt="2024-02-11T01:35:40.134" v="635" actId="20577"/>
        <pc:sldMkLst>
          <pc:docMk/>
          <pc:sldMk cId="3752940026" sldId="270"/>
        </pc:sldMkLst>
        <pc:spChg chg="mod">
          <ac:chgData name="Frank Jamison" userId="ba5cb3d4-e437-4fdd-96e9-c87ac9c47693" providerId="ADAL" clId="{74A5AE3A-FA4C-4D01-ACE5-33AF1821FAB2}" dt="2024-02-11T00:03:50.737" v="341" actId="20577"/>
          <ac:spMkLst>
            <pc:docMk/>
            <pc:sldMk cId="3752940026" sldId="270"/>
            <ac:spMk id="5" creationId="{2EC32962-D057-4462-9C6F-63A513855790}"/>
          </ac:spMkLst>
        </pc:spChg>
        <pc:spChg chg="mod">
          <ac:chgData name="Frank Jamison" userId="ba5cb3d4-e437-4fdd-96e9-c87ac9c47693" providerId="ADAL" clId="{74A5AE3A-FA4C-4D01-ACE5-33AF1821FAB2}" dt="2024-02-11T01:33:10.057" v="633" actId="20577"/>
          <ac:spMkLst>
            <pc:docMk/>
            <pc:sldMk cId="3752940026" sldId="270"/>
            <ac:spMk id="6" creationId="{EEE9FD81-0AFB-47FE-91AC-91B9664E70DC}"/>
          </ac:spMkLst>
        </pc:spChg>
        <pc:spChg chg="mod">
          <ac:chgData name="Frank Jamison" userId="ba5cb3d4-e437-4fdd-96e9-c87ac9c47693" providerId="ADAL" clId="{74A5AE3A-FA4C-4D01-ACE5-33AF1821FAB2}" dt="2024-02-11T01:35:40.134" v="635" actId="20577"/>
          <ac:spMkLst>
            <pc:docMk/>
            <pc:sldMk cId="3752940026" sldId="270"/>
            <ac:spMk id="7" creationId="{0D2F998E-89A7-45E5-8DD9-36DA6C483F98}"/>
          </ac:spMkLst>
        </pc:spChg>
      </pc:sldChg>
      <pc:sldChg chg="modSp mod">
        <pc:chgData name="Frank Jamison" userId="ba5cb3d4-e437-4fdd-96e9-c87ac9c47693" providerId="ADAL" clId="{74A5AE3A-FA4C-4D01-ACE5-33AF1821FAB2}" dt="2024-02-10T22:51:56.758" v="227" actId="20577"/>
        <pc:sldMkLst>
          <pc:docMk/>
          <pc:sldMk cId="2608872302" sldId="272"/>
        </pc:sldMkLst>
        <pc:spChg chg="mod">
          <ac:chgData name="Frank Jamison" userId="ba5cb3d4-e437-4fdd-96e9-c87ac9c47693" providerId="ADAL" clId="{74A5AE3A-FA4C-4D01-ACE5-33AF1821FAB2}" dt="2024-02-10T22:45:22.978" v="211" actId="20577"/>
          <ac:spMkLst>
            <pc:docMk/>
            <pc:sldMk cId="2608872302" sldId="272"/>
            <ac:spMk id="5" creationId="{2EC32962-D057-4462-9C6F-63A513855790}"/>
          </ac:spMkLst>
        </pc:spChg>
        <pc:spChg chg="mod">
          <ac:chgData name="Frank Jamison" userId="ba5cb3d4-e437-4fdd-96e9-c87ac9c47693" providerId="ADAL" clId="{74A5AE3A-FA4C-4D01-ACE5-33AF1821FAB2}" dt="2024-02-10T22:51:45.491" v="221" actId="27636"/>
          <ac:spMkLst>
            <pc:docMk/>
            <pc:sldMk cId="2608872302" sldId="272"/>
            <ac:spMk id="6" creationId="{EEE9FD81-0AFB-47FE-91AC-91B9664E70DC}"/>
          </ac:spMkLst>
        </pc:spChg>
        <pc:spChg chg="mod">
          <ac:chgData name="Frank Jamison" userId="ba5cb3d4-e437-4fdd-96e9-c87ac9c47693" providerId="ADAL" clId="{74A5AE3A-FA4C-4D01-ACE5-33AF1821FAB2}" dt="2024-02-10T22:51:56.758" v="227" actId="20577"/>
          <ac:spMkLst>
            <pc:docMk/>
            <pc:sldMk cId="2608872302" sldId="272"/>
            <ac:spMk id="7" creationId="{0D2F998E-89A7-45E5-8DD9-36DA6C483F98}"/>
          </ac:spMkLst>
        </pc:spChg>
      </pc:sldChg>
      <pc:sldChg chg="modSp mod">
        <pc:chgData name="Frank Jamison" userId="ba5cb3d4-e437-4fdd-96e9-c87ac9c47693" providerId="ADAL" clId="{74A5AE3A-FA4C-4D01-ACE5-33AF1821FAB2}" dt="2024-02-11T00:38:18.521" v="600" actId="20577"/>
        <pc:sldMkLst>
          <pc:docMk/>
          <pc:sldMk cId="1693179006" sldId="273"/>
        </pc:sldMkLst>
        <pc:spChg chg="mod">
          <ac:chgData name="Frank Jamison" userId="ba5cb3d4-e437-4fdd-96e9-c87ac9c47693" providerId="ADAL" clId="{74A5AE3A-FA4C-4D01-ACE5-33AF1821FAB2}" dt="2024-02-10T23:58:05.928" v="305" actId="20577"/>
          <ac:spMkLst>
            <pc:docMk/>
            <pc:sldMk cId="1693179006" sldId="273"/>
            <ac:spMk id="5" creationId="{2EC32962-D057-4462-9C6F-63A513855790}"/>
          </ac:spMkLst>
        </pc:spChg>
        <pc:spChg chg="mod">
          <ac:chgData name="Frank Jamison" userId="ba5cb3d4-e437-4fdd-96e9-c87ac9c47693" providerId="ADAL" clId="{74A5AE3A-FA4C-4D01-ACE5-33AF1821FAB2}" dt="2024-02-11T00:33:42.896" v="566" actId="20577"/>
          <ac:spMkLst>
            <pc:docMk/>
            <pc:sldMk cId="1693179006" sldId="273"/>
            <ac:spMk id="6" creationId="{EEE9FD81-0AFB-47FE-91AC-91B9664E70DC}"/>
          </ac:spMkLst>
        </pc:spChg>
        <pc:spChg chg="mod">
          <ac:chgData name="Frank Jamison" userId="ba5cb3d4-e437-4fdd-96e9-c87ac9c47693" providerId="ADAL" clId="{74A5AE3A-FA4C-4D01-ACE5-33AF1821FAB2}" dt="2024-02-11T00:38:18.521" v="600" actId="20577"/>
          <ac:spMkLst>
            <pc:docMk/>
            <pc:sldMk cId="1693179006" sldId="273"/>
            <ac:spMk id="7" creationId="{0D2F998E-89A7-45E5-8DD9-36DA6C483F98}"/>
          </ac:spMkLst>
        </pc:spChg>
      </pc:sldChg>
      <pc:sldChg chg="addSp delSp modSp mod">
        <pc:chgData name="Frank Jamison" userId="ba5cb3d4-e437-4fdd-96e9-c87ac9c47693" providerId="ADAL" clId="{74A5AE3A-FA4C-4D01-ACE5-33AF1821FAB2}" dt="2024-02-11T01:26:10.597" v="629"/>
        <pc:sldMkLst>
          <pc:docMk/>
          <pc:sldMk cId="1890767115" sldId="274"/>
        </pc:sldMkLst>
        <pc:spChg chg="add del mod">
          <ac:chgData name="Frank Jamison" userId="ba5cb3d4-e437-4fdd-96e9-c87ac9c47693" providerId="ADAL" clId="{74A5AE3A-FA4C-4D01-ACE5-33AF1821FAB2}" dt="2024-02-11T01:26:05.253" v="628" actId="3680"/>
          <ac:spMkLst>
            <pc:docMk/>
            <pc:sldMk cId="1890767115" sldId="274"/>
            <ac:spMk id="3" creationId="{517FBFBD-8E1A-7DAD-09C8-BA8B451FCFD1}"/>
          </ac:spMkLst>
        </pc:spChg>
        <pc:spChg chg="del mod">
          <ac:chgData name="Frank Jamison" userId="ba5cb3d4-e437-4fdd-96e9-c87ac9c47693" providerId="ADAL" clId="{74A5AE3A-FA4C-4D01-ACE5-33AF1821FAB2}" dt="2024-02-11T01:25:55.846" v="627" actId="478"/>
          <ac:spMkLst>
            <pc:docMk/>
            <pc:sldMk cId="1890767115" sldId="274"/>
            <ac:spMk id="6" creationId="{EEE9FD81-0AFB-47FE-91AC-91B9664E70DC}"/>
          </ac:spMkLst>
        </pc:spChg>
        <pc:graphicFrameChg chg="add mod ord modGraphic">
          <ac:chgData name="Frank Jamison" userId="ba5cb3d4-e437-4fdd-96e9-c87ac9c47693" providerId="ADAL" clId="{74A5AE3A-FA4C-4D01-ACE5-33AF1821FAB2}" dt="2024-02-11T01:26:10.597" v="629"/>
          <ac:graphicFrameMkLst>
            <pc:docMk/>
            <pc:sldMk cId="1890767115" sldId="274"/>
            <ac:graphicFrameMk id="4" creationId="{47D485D2-68C8-E4A1-8234-7358D09C1118}"/>
          </ac:graphicFrameMkLst>
        </pc:graphicFrameChg>
      </pc:sldChg>
      <pc:sldChg chg="modSp mod">
        <pc:chgData name="Frank Jamison" userId="ba5cb3d4-e437-4fdd-96e9-c87ac9c47693" providerId="ADAL" clId="{74A5AE3A-FA4C-4D01-ACE5-33AF1821FAB2}" dt="2024-02-11T01:51:01.539" v="766" actId="20577"/>
        <pc:sldMkLst>
          <pc:docMk/>
          <pc:sldMk cId="499975710" sldId="275"/>
        </pc:sldMkLst>
        <pc:spChg chg="mod">
          <ac:chgData name="Frank Jamison" userId="ba5cb3d4-e437-4fdd-96e9-c87ac9c47693" providerId="ADAL" clId="{74A5AE3A-FA4C-4D01-ACE5-33AF1821FAB2}" dt="2024-02-11T00:05:22.029" v="352" actId="20577"/>
          <ac:spMkLst>
            <pc:docMk/>
            <pc:sldMk cId="499975710" sldId="275"/>
            <ac:spMk id="5" creationId="{2EC32962-D057-4462-9C6F-63A513855790}"/>
          </ac:spMkLst>
        </pc:spChg>
        <pc:spChg chg="mod">
          <ac:chgData name="Frank Jamison" userId="ba5cb3d4-e437-4fdd-96e9-c87ac9c47693" providerId="ADAL" clId="{74A5AE3A-FA4C-4D01-ACE5-33AF1821FAB2}" dt="2024-02-11T01:49:11.286" v="762"/>
          <ac:spMkLst>
            <pc:docMk/>
            <pc:sldMk cId="499975710" sldId="275"/>
            <ac:spMk id="6" creationId="{EEE9FD81-0AFB-47FE-91AC-91B9664E70DC}"/>
          </ac:spMkLst>
        </pc:spChg>
        <pc:spChg chg="mod">
          <ac:chgData name="Frank Jamison" userId="ba5cb3d4-e437-4fdd-96e9-c87ac9c47693" providerId="ADAL" clId="{74A5AE3A-FA4C-4D01-ACE5-33AF1821FAB2}" dt="2024-02-11T01:51:01.539" v="766" actId="20577"/>
          <ac:spMkLst>
            <pc:docMk/>
            <pc:sldMk cId="499975710" sldId="275"/>
            <ac:spMk id="7" creationId="{0D2F998E-89A7-45E5-8DD9-36DA6C483F98}"/>
          </ac:spMkLst>
        </pc:spChg>
      </pc:sldChg>
      <pc:sldChg chg="addSp delSp modSp mod">
        <pc:chgData name="Frank Jamison" userId="ba5cb3d4-e437-4fdd-96e9-c87ac9c47693" providerId="ADAL" clId="{74A5AE3A-FA4C-4D01-ACE5-33AF1821FAB2}" dt="2024-02-11T02:15:29.311" v="791"/>
        <pc:sldMkLst>
          <pc:docMk/>
          <pc:sldMk cId="2704686029" sldId="276"/>
        </pc:sldMkLst>
        <pc:spChg chg="add del mod">
          <ac:chgData name="Frank Jamison" userId="ba5cb3d4-e437-4fdd-96e9-c87ac9c47693" providerId="ADAL" clId="{74A5AE3A-FA4C-4D01-ACE5-33AF1821FAB2}" dt="2024-02-11T02:15:25.584" v="790" actId="3680"/>
          <ac:spMkLst>
            <pc:docMk/>
            <pc:sldMk cId="2704686029" sldId="276"/>
            <ac:spMk id="3" creationId="{4998E7EF-84FC-E801-0F2F-21237EB3C40C}"/>
          </ac:spMkLst>
        </pc:spChg>
        <pc:spChg chg="del">
          <ac:chgData name="Frank Jamison" userId="ba5cb3d4-e437-4fdd-96e9-c87ac9c47693" providerId="ADAL" clId="{74A5AE3A-FA4C-4D01-ACE5-33AF1821FAB2}" dt="2024-02-11T02:15:19.515" v="789" actId="478"/>
          <ac:spMkLst>
            <pc:docMk/>
            <pc:sldMk cId="2704686029" sldId="276"/>
            <ac:spMk id="6" creationId="{EEE9FD81-0AFB-47FE-91AC-91B9664E70DC}"/>
          </ac:spMkLst>
        </pc:spChg>
        <pc:graphicFrameChg chg="add mod ord modGraphic">
          <ac:chgData name="Frank Jamison" userId="ba5cb3d4-e437-4fdd-96e9-c87ac9c47693" providerId="ADAL" clId="{74A5AE3A-FA4C-4D01-ACE5-33AF1821FAB2}" dt="2024-02-11T02:15:29.311" v="791"/>
          <ac:graphicFrameMkLst>
            <pc:docMk/>
            <pc:sldMk cId="2704686029" sldId="276"/>
            <ac:graphicFrameMk id="4" creationId="{07C67558-A4E8-7C6F-5340-D9F12A003316}"/>
          </ac:graphicFrameMkLst>
        </pc:graphicFrameChg>
      </pc:sldChg>
      <pc:sldChg chg="del">
        <pc:chgData name="Frank Jamison" userId="ba5cb3d4-e437-4fdd-96e9-c87ac9c47693" providerId="ADAL" clId="{74A5AE3A-FA4C-4D01-ACE5-33AF1821FAB2}" dt="2024-02-11T02:17:41.015" v="793" actId="2696"/>
        <pc:sldMkLst>
          <pc:docMk/>
          <pc:sldMk cId="1778841566" sldId="277"/>
        </pc:sldMkLst>
      </pc:sldChg>
      <pc:sldChg chg="modSp add mod">
        <pc:chgData name="Frank Jamison" userId="ba5cb3d4-e437-4fdd-96e9-c87ac9c47693" providerId="ADAL" clId="{74A5AE3A-FA4C-4D01-ACE5-33AF1821FAB2}" dt="2024-02-10T22:26:05.815" v="191" actId="20577"/>
        <pc:sldMkLst>
          <pc:docMk/>
          <pc:sldMk cId="2465065728" sldId="278"/>
        </pc:sldMkLst>
        <pc:spChg chg="mod">
          <ac:chgData name="Frank Jamison" userId="ba5cb3d4-e437-4fdd-96e9-c87ac9c47693" providerId="ADAL" clId="{74A5AE3A-FA4C-4D01-ACE5-33AF1821FAB2}" dt="2024-02-10T22:17:39.206" v="111" actId="20577"/>
          <ac:spMkLst>
            <pc:docMk/>
            <pc:sldMk cId="2465065728" sldId="278"/>
            <ac:spMk id="5" creationId="{DA79DD98-96D6-C5E5-1CFC-9DF3EAF027FC}"/>
          </ac:spMkLst>
        </pc:spChg>
        <pc:spChg chg="mod">
          <ac:chgData name="Frank Jamison" userId="ba5cb3d4-e437-4fdd-96e9-c87ac9c47693" providerId="ADAL" clId="{74A5AE3A-FA4C-4D01-ACE5-33AF1821FAB2}" dt="2024-02-10T22:20:43.303" v="114" actId="6549"/>
          <ac:spMkLst>
            <pc:docMk/>
            <pc:sldMk cId="2465065728" sldId="278"/>
            <ac:spMk id="6" creationId="{3E679E07-C52E-2529-FF91-1536636808C3}"/>
          </ac:spMkLst>
        </pc:spChg>
        <pc:spChg chg="mod">
          <ac:chgData name="Frank Jamison" userId="ba5cb3d4-e437-4fdd-96e9-c87ac9c47693" providerId="ADAL" clId="{74A5AE3A-FA4C-4D01-ACE5-33AF1821FAB2}" dt="2024-02-10T22:26:05.815" v="191" actId="20577"/>
          <ac:spMkLst>
            <pc:docMk/>
            <pc:sldMk cId="2465065728" sldId="278"/>
            <ac:spMk id="7" creationId="{DF333591-F65F-BB55-CA56-E39837546AB5}"/>
          </ac:spMkLst>
        </pc:spChg>
      </pc:sldChg>
      <pc:sldChg chg="modSp add mod">
        <pc:chgData name="Frank Jamison" userId="ba5cb3d4-e437-4fdd-96e9-c87ac9c47693" providerId="ADAL" clId="{74A5AE3A-FA4C-4D01-ACE5-33AF1821FAB2}" dt="2024-02-10T22:44:10.374" v="208" actId="20577"/>
        <pc:sldMkLst>
          <pc:docMk/>
          <pc:sldMk cId="3209911362" sldId="279"/>
        </pc:sldMkLst>
        <pc:spChg chg="mod">
          <ac:chgData name="Frank Jamison" userId="ba5cb3d4-e437-4fdd-96e9-c87ac9c47693" providerId="ADAL" clId="{74A5AE3A-FA4C-4D01-ACE5-33AF1821FAB2}" dt="2024-02-10T22:28:46.225" v="198" actId="27636"/>
          <ac:spMkLst>
            <pc:docMk/>
            <pc:sldMk cId="3209911362" sldId="279"/>
            <ac:spMk id="5" creationId="{73B5DB35-B7ED-8961-C1F4-62E0D45E9290}"/>
          </ac:spMkLst>
        </pc:spChg>
        <pc:spChg chg="mod">
          <ac:chgData name="Frank Jamison" userId="ba5cb3d4-e437-4fdd-96e9-c87ac9c47693" providerId="ADAL" clId="{74A5AE3A-FA4C-4D01-ACE5-33AF1821FAB2}" dt="2024-02-10T22:36:14.809" v="204" actId="20577"/>
          <ac:spMkLst>
            <pc:docMk/>
            <pc:sldMk cId="3209911362" sldId="279"/>
            <ac:spMk id="6" creationId="{161387C4-D418-1369-4A4A-24BAFEC70104}"/>
          </ac:spMkLst>
        </pc:spChg>
        <pc:spChg chg="mod">
          <ac:chgData name="Frank Jamison" userId="ba5cb3d4-e437-4fdd-96e9-c87ac9c47693" providerId="ADAL" clId="{74A5AE3A-FA4C-4D01-ACE5-33AF1821FAB2}" dt="2024-02-10T22:44:10.374" v="208" actId="20577"/>
          <ac:spMkLst>
            <pc:docMk/>
            <pc:sldMk cId="3209911362" sldId="279"/>
            <ac:spMk id="7" creationId="{E49B7219-1180-47DD-9551-ADE4F0494C5C}"/>
          </ac:spMkLst>
        </pc:spChg>
      </pc:sldChg>
      <pc:sldChg chg="modSp add mod">
        <pc:chgData name="Frank Jamison" userId="ba5cb3d4-e437-4fdd-96e9-c87ac9c47693" providerId="ADAL" clId="{74A5AE3A-FA4C-4D01-ACE5-33AF1821FAB2}" dt="2024-02-10T23:06:52.092" v="264"/>
        <pc:sldMkLst>
          <pc:docMk/>
          <pc:sldMk cId="3429656809" sldId="280"/>
        </pc:sldMkLst>
        <pc:spChg chg="mod">
          <ac:chgData name="Frank Jamison" userId="ba5cb3d4-e437-4fdd-96e9-c87ac9c47693" providerId="ADAL" clId="{74A5AE3A-FA4C-4D01-ACE5-33AF1821FAB2}" dt="2024-02-10T23:01:24.651" v="248" actId="20577"/>
          <ac:spMkLst>
            <pc:docMk/>
            <pc:sldMk cId="3429656809" sldId="280"/>
            <ac:spMk id="5" creationId="{3CA3D21C-CBA0-E0F1-C795-6DB9E834CDDB}"/>
          </ac:spMkLst>
        </pc:spChg>
        <pc:spChg chg="mod">
          <ac:chgData name="Frank Jamison" userId="ba5cb3d4-e437-4fdd-96e9-c87ac9c47693" providerId="ADAL" clId="{74A5AE3A-FA4C-4D01-ACE5-33AF1821FAB2}" dt="2024-02-10T23:05:56.456" v="257" actId="27636"/>
          <ac:spMkLst>
            <pc:docMk/>
            <pc:sldMk cId="3429656809" sldId="280"/>
            <ac:spMk id="6" creationId="{ECF367C7-C6D7-CDF8-D4AF-DB97D161B09B}"/>
          </ac:spMkLst>
        </pc:spChg>
        <pc:spChg chg="mod">
          <ac:chgData name="Frank Jamison" userId="ba5cb3d4-e437-4fdd-96e9-c87ac9c47693" providerId="ADAL" clId="{74A5AE3A-FA4C-4D01-ACE5-33AF1821FAB2}" dt="2024-02-10T23:06:52.092" v="264"/>
          <ac:spMkLst>
            <pc:docMk/>
            <pc:sldMk cId="3429656809" sldId="280"/>
            <ac:spMk id="7" creationId="{D93D5D7E-E5E8-0539-E202-2409EC3306E2}"/>
          </ac:spMkLst>
        </pc:spChg>
      </pc:sldChg>
      <pc:sldChg chg="modSp add mod">
        <pc:chgData name="Frank Jamison" userId="ba5cb3d4-e437-4fdd-96e9-c87ac9c47693" providerId="ADAL" clId="{74A5AE3A-FA4C-4D01-ACE5-33AF1821FAB2}" dt="2024-02-10T23:00:19.041" v="241"/>
        <pc:sldMkLst>
          <pc:docMk/>
          <pc:sldMk cId="3007759922" sldId="281"/>
        </pc:sldMkLst>
        <pc:spChg chg="mod">
          <ac:chgData name="Frank Jamison" userId="ba5cb3d4-e437-4fdd-96e9-c87ac9c47693" providerId="ADAL" clId="{74A5AE3A-FA4C-4D01-ACE5-33AF1821FAB2}" dt="2024-02-10T22:55:01.239" v="232"/>
          <ac:spMkLst>
            <pc:docMk/>
            <pc:sldMk cId="3007759922" sldId="281"/>
            <ac:spMk id="5" creationId="{D495F1C1-955F-B2AD-BA55-496B5228D5A4}"/>
          </ac:spMkLst>
        </pc:spChg>
        <pc:spChg chg="mod">
          <ac:chgData name="Frank Jamison" userId="ba5cb3d4-e437-4fdd-96e9-c87ac9c47693" providerId="ADAL" clId="{74A5AE3A-FA4C-4D01-ACE5-33AF1821FAB2}" dt="2024-02-10T22:59:39.312" v="237" actId="27636"/>
          <ac:spMkLst>
            <pc:docMk/>
            <pc:sldMk cId="3007759922" sldId="281"/>
            <ac:spMk id="6" creationId="{D7ABBC1E-A3C3-BC2E-5391-939ABD5BD160}"/>
          </ac:spMkLst>
        </pc:spChg>
        <pc:spChg chg="mod">
          <ac:chgData name="Frank Jamison" userId="ba5cb3d4-e437-4fdd-96e9-c87ac9c47693" providerId="ADAL" clId="{74A5AE3A-FA4C-4D01-ACE5-33AF1821FAB2}" dt="2024-02-10T23:00:19.041" v="241"/>
          <ac:spMkLst>
            <pc:docMk/>
            <pc:sldMk cId="3007759922" sldId="281"/>
            <ac:spMk id="7" creationId="{A5870EF2-3530-2A0C-BEA3-8431B55B44CD}"/>
          </ac:spMkLst>
        </pc:spChg>
      </pc:sldChg>
      <pc:sldChg chg="modSp add mod">
        <pc:chgData name="Frank Jamison" userId="ba5cb3d4-e437-4fdd-96e9-c87ac9c47693" providerId="ADAL" clId="{74A5AE3A-FA4C-4D01-ACE5-33AF1821FAB2}" dt="2024-02-11T00:21:34.386" v="553" actId="20577"/>
        <pc:sldMkLst>
          <pc:docMk/>
          <pc:sldMk cId="2634712410" sldId="282"/>
        </pc:sldMkLst>
        <pc:spChg chg="mod">
          <ac:chgData name="Frank Jamison" userId="ba5cb3d4-e437-4fdd-96e9-c87ac9c47693" providerId="ADAL" clId="{74A5AE3A-FA4C-4D01-ACE5-33AF1821FAB2}" dt="2024-02-10T23:57:02.394" v="297" actId="27636"/>
          <ac:spMkLst>
            <pc:docMk/>
            <pc:sldMk cId="2634712410" sldId="282"/>
            <ac:spMk id="5" creationId="{D9E46B3E-1E67-4D01-3988-211A83A9B9B7}"/>
          </ac:spMkLst>
        </pc:spChg>
        <pc:spChg chg="mod">
          <ac:chgData name="Frank Jamison" userId="ba5cb3d4-e437-4fdd-96e9-c87ac9c47693" providerId="ADAL" clId="{74A5AE3A-FA4C-4D01-ACE5-33AF1821FAB2}" dt="2024-02-11T00:18:00.714" v="480" actId="20577"/>
          <ac:spMkLst>
            <pc:docMk/>
            <pc:sldMk cId="2634712410" sldId="282"/>
            <ac:spMk id="6" creationId="{6B559EA2-DC3B-FAA1-1A80-DBE83CB978DF}"/>
          </ac:spMkLst>
        </pc:spChg>
        <pc:spChg chg="mod">
          <ac:chgData name="Frank Jamison" userId="ba5cb3d4-e437-4fdd-96e9-c87ac9c47693" providerId="ADAL" clId="{74A5AE3A-FA4C-4D01-ACE5-33AF1821FAB2}" dt="2024-02-11T00:21:34.386" v="553" actId="20577"/>
          <ac:spMkLst>
            <pc:docMk/>
            <pc:sldMk cId="2634712410" sldId="282"/>
            <ac:spMk id="7" creationId="{4E91F18D-5513-54CE-7DB5-5E0778C1D843}"/>
          </ac:spMkLst>
        </pc:spChg>
      </pc:sldChg>
      <pc:sldChg chg="modSp add mod">
        <pc:chgData name="Frank Jamison" userId="ba5cb3d4-e437-4fdd-96e9-c87ac9c47693" providerId="ADAL" clId="{74A5AE3A-FA4C-4D01-ACE5-33AF1821FAB2}" dt="2024-02-11T00:30:02.465" v="562"/>
        <pc:sldMkLst>
          <pc:docMk/>
          <pc:sldMk cId="2020031052" sldId="283"/>
        </pc:sldMkLst>
        <pc:spChg chg="mod">
          <ac:chgData name="Frank Jamison" userId="ba5cb3d4-e437-4fdd-96e9-c87ac9c47693" providerId="ADAL" clId="{74A5AE3A-FA4C-4D01-ACE5-33AF1821FAB2}" dt="2024-02-10T23:57:27.167" v="301" actId="20577"/>
          <ac:spMkLst>
            <pc:docMk/>
            <pc:sldMk cId="2020031052" sldId="283"/>
            <ac:spMk id="5" creationId="{8E8CF6B7-4129-433F-CFA0-87F06C46F047}"/>
          </ac:spMkLst>
        </pc:spChg>
        <pc:spChg chg="mod">
          <ac:chgData name="Frank Jamison" userId="ba5cb3d4-e437-4fdd-96e9-c87ac9c47693" providerId="ADAL" clId="{74A5AE3A-FA4C-4D01-ACE5-33AF1821FAB2}" dt="2024-02-11T00:25:23.317" v="557" actId="20577"/>
          <ac:spMkLst>
            <pc:docMk/>
            <pc:sldMk cId="2020031052" sldId="283"/>
            <ac:spMk id="6" creationId="{6CAEB742-AC2C-7506-E6F7-739C8416852E}"/>
          </ac:spMkLst>
        </pc:spChg>
        <pc:spChg chg="mod">
          <ac:chgData name="Frank Jamison" userId="ba5cb3d4-e437-4fdd-96e9-c87ac9c47693" providerId="ADAL" clId="{74A5AE3A-FA4C-4D01-ACE5-33AF1821FAB2}" dt="2024-02-11T00:30:02.465" v="562"/>
          <ac:spMkLst>
            <pc:docMk/>
            <pc:sldMk cId="2020031052" sldId="283"/>
            <ac:spMk id="7" creationId="{42EAA754-9846-8277-5592-2CA508C9858B}"/>
          </ac:spMkLst>
        </pc:spChg>
      </pc:sldChg>
      <pc:sldChg chg="modSp add mod">
        <pc:chgData name="Frank Jamison" userId="ba5cb3d4-e437-4fdd-96e9-c87ac9c47693" providerId="ADAL" clId="{74A5AE3A-FA4C-4D01-ACE5-33AF1821FAB2}" dt="2024-02-11T00:42:01.702" v="613" actId="20577"/>
        <pc:sldMkLst>
          <pc:docMk/>
          <pc:sldMk cId="3157567597" sldId="284"/>
        </pc:sldMkLst>
        <pc:spChg chg="mod">
          <ac:chgData name="Frank Jamison" userId="ba5cb3d4-e437-4fdd-96e9-c87ac9c47693" providerId="ADAL" clId="{74A5AE3A-FA4C-4D01-ACE5-33AF1821FAB2}" dt="2024-02-10T23:58:32.289" v="308" actId="20577"/>
          <ac:spMkLst>
            <pc:docMk/>
            <pc:sldMk cId="3157567597" sldId="284"/>
            <ac:spMk id="5" creationId="{9D974168-03E5-B1AF-90D8-82B4DF6F5984}"/>
          </ac:spMkLst>
        </pc:spChg>
        <pc:spChg chg="mod">
          <ac:chgData name="Frank Jamison" userId="ba5cb3d4-e437-4fdd-96e9-c87ac9c47693" providerId="ADAL" clId="{74A5AE3A-FA4C-4D01-ACE5-33AF1821FAB2}" dt="2024-02-11T00:40:10.018" v="611" actId="20577"/>
          <ac:spMkLst>
            <pc:docMk/>
            <pc:sldMk cId="3157567597" sldId="284"/>
            <ac:spMk id="6" creationId="{71E20C31-E557-0D83-A3A6-2CDFD2011427}"/>
          </ac:spMkLst>
        </pc:spChg>
        <pc:spChg chg="mod">
          <ac:chgData name="Frank Jamison" userId="ba5cb3d4-e437-4fdd-96e9-c87ac9c47693" providerId="ADAL" clId="{74A5AE3A-FA4C-4D01-ACE5-33AF1821FAB2}" dt="2024-02-11T00:42:01.702" v="613" actId="20577"/>
          <ac:spMkLst>
            <pc:docMk/>
            <pc:sldMk cId="3157567597" sldId="284"/>
            <ac:spMk id="7" creationId="{719C170E-7B12-6858-B53E-0CB6E2E76F0B}"/>
          </ac:spMkLst>
        </pc:spChg>
      </pc:sldChg>
      <pc:sldChg chg="modSp add mod">
        <pc:chgData name="Frank Jamison" userId="ba5cb3d4-e437-4fdd-96e9-c87ac9c47693" providerId="ADAL" clId="{74A5AE3A-FA4C-4D01-ACE5-33AF1821FAB2}" dt="2024-02-11T01:11:32.521" v="625"/>
        <pc:sldMkLst>
          <pc:docMk/>
          <pc:sldMk cId="3758813629" sldId="285"/>
        </pc:sldMkLst>
        <pc:spChg chg="mod">
          <ac:chgData name="Frank Jamison" userId="ba5cb3d4-e437-4fdd-96e9-c87ac9c47693" providerId="ADAL" clId="{74A5AE3A-FA4C-4D01-ACE5-33AF1821FAB2}" dt="2024-02-10T23:59:03.384" v="311" actId="20577"/>
          <ac:spMkLst>
            <pc:docMk/>
            <pc:sldMk cId="3758813629" sldId="285"/>
            <ac:spMk id="5" creationId="{D3EC610E-53D8-5038-7583-D996B4B61F70}"/>
          </ac:spMkLst>
        </pc:spChg>
        <pc:spChg chg="mod">
          <ac:chgData name="Frank Jamison" userId="ba5cb3d4-e437-4fdd-96e9-c87ac9c47693" providerId="ADAL" clId="{74A5AE3A-FA4C-4D01-ACE5-33AF1821FAB2}" dt="2024-02-11T00:44:45.129" v="621" actId="20577"/>
          <ac:spMkLst>
            <pc:docMk/>
            <pc:sldMk cId="3758813629" sldId="285"/>
            <ac:spMk id="6" creationId="{DCACE484-7E68-A6E7-EBFB-D97A79731541}"/>
          </ac:spMkLst>
        </pc:spChg>
        <pc:spChg chg="mod">
          <ac:chgData name="Frank Jamison" userId="ba5cb3d4-e437-4fdd-96e9-c87ac9c47693" providerId="ADAL" clId="{74A5AE3A-FA4C-4D01-ACE5-33AF1821FAB2}" dt="2024-02-11T01:11:32.521" v="625"/>
          <ac:spMkLst>
            <pc:docMk/>
            <pc:sldMk cId="3758813629" sldId="285"/>
            <ac:spMk id="7" creationId="{BD9C661A-483A-7BB6-66A2-007C38ABBD6E}"/>
          </ac:spMkLst>
        </pc:spChg>
      </pc:sldChg>
      <pc:sldChg chg="modSp add mod">
        <pc:chgData name="Frank Jamison" userId="ba5cb3d4-e437-4fdd-96e9-c87ac9c47693" providerId="ADAL" clId="{74A5AE3A-FA4C-4D01-ACE5-33AF1821FAB2}" dt="2024-02-11T01:40:05.050" v="684" actId="20577"/>
        <pc:sldMkLst>
          <pc:docMk/>
          <pc:sldMk cId="34621221" sldId="286"/>
        </pc:sldMkLst>
        <pc:spChg chg="mod">
          <ac:chgData name="Frank Jamison" userId="ba5cb3d4-e437-4fdd-96e9-c87ac9c47693" providerId="ADAL" clId="{74A5AE3A-FA4C-4D01-ACE5-33AF1821FAB2}" dt="2024-02-11T00:04:22.208" v="344" actId="20577"/>
          <ac:spMkLst>
            <pc:docMk/>
            <pc:sldMk cId="34621221" sldId="286"/>
            <ac:spMk id="5" creationId="{DE3C21B1-F438-EFBF-3005-0CE5C83AF982}"/>
          </ac:spMkLst>
        </pc:spChg>
        <pc:spChg chg="mod">
          <ac:chgData name="Frank Jamison" userId="ba5cb3d4-e437-4fdd-96e9-c87ac9c47693" providerId="ADAL" clId="{74A5AE3A-FA4C-4D01-ACE5-33AF1821FAB2}" dt="2024-02-11T01:37:42.918" v="638" actId="27636"/>
          <ac:spMkLst>
            <pc:docMk/>
            <pc:sldMk cId="34621221" sldId="286"/>
            <ac:spMk id="6" creationId="{AD34E333-B8E6-2839-6019-AA8F8D73591A}"/>
          </ac:spMkLst>
        </pc:spChg>
        <pc:spChg chg="mod">
          <ac:chgData name="Frank Jamison" userId="ba5cb3d4-e437-4fdd-96e9-c87ac9c47693" providerId="ADAL" clId="{74A5AE3A-FA4C-4D01-ACE5-33AF1821FAB2}" dt="2024-02-11T01:40:05.050" v="684" actId="20577"/>
          <ac:spMkLst>
            <pc:docMk/>
            <pc:sldMk cId="34621221" sldId="286"/>
            <ac:spMk id="7" creationId="{76655154-130C-5F6F-6DEF-A3E0AD72F8B3}"/>
          </ac:spMkLst>
        </pc:spChg>
      </pc:sldChg>
      <pc:sldChg chg="modSp add mod">
        <pc:chgData name="Frank Jamison" userId="ba5cb3d4-e437-4fdd-96e9-c87ac9c47693" providerId="ADAL" clId="{74A5AE3A-FA4C-4D01-ACE5-33AF1821FAB2}" dt="2024-02-11T01:45:01.711" v="757" actId="20577"/>
        <pc:sldMkLst>
          <pc:docMk/>
          <pc:sldMk cId="3065535325" sldId="287"/>
        </pc:sldMkLst>
        <pc:spChg chg="mod">
          <ac:chgData name="Frank Jamison" userId="ba5cb3d4-e437-4fdd-96e9-c87ac9c47693" providerId="ADAL" clId="{74A5AE3A-FA4C-4D01-ACE5-33AF1821FAB2}" dt="2024-02-11T00:04:46.619" v="348" actId="20577"/>
          <ac:spMkLst>
            <pc:docMk/>
            <pc:sldMk cId="3065535325" sldId="287"/>
            <ac:spMk id="5" creationId="{4D411C05-CB1C-86B1-DE1E-BBFE477AB3A2}"/>
          </ac:spMkLst>
        </pc:spChg>
        <pc:spChg chg="mod">
          <ac:chgData name="Frank Jamison" userId="ba5cb3d4-e437-4fdd-96e9-c87ac9c47693" providerId="ADAL" clId="{74A5AE3A-FA4C-4D01-ACE5-33AF1821FAB2}" dt="2024-02-11T01:42:29.438" v="692"/>
          <ac:spMkLst>
            <pc:docMk/>
            <pc:sldMk cId="3065535325" sldId="287"/>
            <ac:spMk id="6" creationId="{EDFA7347-621A-75CA-CF9F-0A94D5081D53}"/>
          </ac:spMkLst>
        </pc:spChg>
        <pc:spChg chg="mod">
          <ac:chgData name="Frank Jamison" userId="ba5cb3d4-e437-4fdd-96e9-c87ac9c47693" providerId="ADAL" clId="{74A5AE3A-FA4C-4D01-ACE5-33AF1821FAB2}" dt="2024-02-11T01:45:01.711" v="757" actId="20577"/>
          <ac:spMkLst>
            <pc:docMk/>
            <pc:sldMk cId="3065535325" sldId="287"/>
            <ac:spMk id="7" creationId="{6E1C0355-FEA3-FB9C-D464-5CA0274D07D8}"/>
          </ac:spMkLst>
        </pc:spChg>
      </pc:sldChg>
      <pc:sldChg chg="modSp add mod">
        <pc:chgData name="Frank Jamison" userId="ba5cb3d4-e437-4fdd-96e9-c87ac9c47693" providerId="ADAL" clId="{74A5AE3A-FA4C-4D01-ACE5-33AF1821FAB2}" dt="2024-02-11T01:56:13.827" v="776"/>
        <pc:sldMkLst>
          <pc:docMk/>
          <pc:sldMk cId="1445762563" sldId="288"/>
        </pc:sldMkLst>
        <pc:spChg chg="mod">
          <ac:chgData name="Frank Jamison" userId="ba5cb3d4-e437-4fdd-96e9-c87ac9c47693" providerId="ADAL" clId="{74A5AE3A-FA4C-4D01-ACE5-33AF1821FAB2}" dt="2024-02-11T00:05:47.071" v="355" actId="20577"/>
          <ac:spMkLst>
            <pc:docMk/>
            <pc:sldMk cId="1445762563" sldId="288"/>
            <ac:spMk id="5" creationId="{2203BB12-08B6-1F55-DE78-553C0CD38302}"/>
          </ac:spMkLst>
        </pc:spChg>
        <pc:spChg chg="mod">
          <ac:chgData name="Frank Jamison" userId="ba5cb3d4-e437-4fdd-96e9-c87ac9c47693" providerId="ADAL" clId="{74A5AE3A-FA4C-4D01-ACE5-33AF1821FAB2}" dt="2024-02-11T01:53:22.534" v="771" actId="20577"/>
          <ac:spMkLst>
            <pc:docMk/>
            <pc:sldMk cId="1445762563" sldId="288"/>
            <ac:spMk id="6" creationId="{129CCAC4-3CF5-1ADB-8149-AC2115F55CDB}"/>
          </ac:spMkLst>
        </pc:spChg>
        <pc:spChg chg="mod">
          <ac:chgData name="Frank Jamison" userId="ba5cb3d4-e437-4fdd-96e9-c87ac9c47693" providerId="ADAL" clId="{74A5AE3A-FA4C-4D01-ACE5-33AF1821FAB2}" dt="2024-02-11T01:56:13.827" v="776"/>
          <ac:spMkLst>
            <pc:docMk/>
            <pc:sldMk cId="1445762563" sldId="288"/>
            <ac:spMk id="7" creationId="{77906C0F-E419-51B8-357D-9649A4BBFF6D}"/>
          </ac:spMkLst>
        </pc:spChg>
      </pc:sldChg>
      <pc:sldChg chg="modSp add mod">
        <pc:chgData name="Frank Jamison" userId="ba5cb3d4-e437-4fdd-96e9-c87ac9c47693" providerId="ADAL" clId="{74A5AE3A-FA4C-4D01-ACE5-33AF1821FAB2}" dt="2024-02-11T02:01:16.108" v="788" actId="20577"/>
        <pc:sldMkLst>
          <pc:docMk/>
          <pc:sldMk cId="1635460960" sldId="289"/>
        </pc:sldMkLst>
        <pc:spChg chg="mod">
          <ac:chgData name="Frank Jamison" userId="ba5cb3d4-e437-4fdd-96e9-c87ac9c47693" providerId="ADAL" clId="{74A5AE3A-FA4C-4D01-ACE5-33AF1821FAB2}" dt="2024-02-11T01:56:53.411" v="778" actId="1076"/>
          <ac:spMkLst>
            <pc:docMk/>
            <pc:sldMk cId="1635460960" sldId="289"/>
            <ac:spMk id="5" creationId="{C6CD6F03-253E-CD81-6590-DE176A69B56A}"/>
          </ac:spMkLst>
        </pc:spChg>
        <pc:spChg chg="mod">
          <ac:chgData name="Frank Jamison" userId="ba5cb3d4-e437-4fdd-96e9-c87ac9c47693" providerId="ADAL" clId="{74A5AE3A-FA4C-4D01-ACE5-33AF1821FAB2}" dt="2024-02-11T01:58:57.936" v="784"/>
          <ac:spMkLst>
            <pc:docMk/>
            <pc:sldMk cId="1635460960" sldId="289"/>
            <ac:spMk id="6" creationId="{57A682CB-CF95-3F17-263B-DACF2C793E43}"/>
          </ac:spMkLst>
        </pc:spChg>
        <pc:spChg chg="mod">
          <ac:chgData name="Frank Jamison" userId="ba5cb3d4-e437-4fdd-96e9-c87ac9c47693" providerId="ADAL" clId="{74A5AE3A-FA4C-4D01-ACE5-33AF1821FAB2}" dt="2024-02-11T02:01:16.108" v="788" actId="20577"/>
          <ac:spMkLst>
            <pc:docMk/>
            <pc:sldMk cId="1635460960" sldId="289"/>
            <ac:spMk id="7" creationId="{F1BED6A6-7758-41A1-BC44-F7C83225F81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0356C-426C-44FE-B008-531EC0A6D9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636F88-9673-4250-8AEF-A96F85E969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7055AA-AEEA-4DFC-A70C-0033A98DE0B9}"/>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DFD79CAC-B7EF-48B6-91DC-161FCFDCE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8FF160-EB59-4A92-8E27-3A3A37C7BEBB}"/>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68787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F2628-48BC-46C7-8C75-C6318B805B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64C072-7962-4606-997C-DD962689D1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086C00-71A0-4F4D-BAE2-DD3A2571E481}"/>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7303103B-6643-4BFC-BE4B-BF8C7A013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77305C-1627-4D0C-B359-EAF394802D58}"/>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994274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1B17E-DFC8-4982-AC57-C5B399C21A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1FDBA5-12D1-46EB-A21F-7CB32C6F53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D732F1-7A8F-4F56-8426-2F437F52B644}"/>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E2DB1579-889D-4E38-935C-00998117FF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AD2396-A5ED-415E-A7D2-374E10239B8A}"/>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736544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93B3D-BB5F-447C-8804-6CA3EE8D49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8B5A4-6BD7-4AF7-B6EA-4CB62E40A2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A13C54-E00B-4299-A68A-28A381D99A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B60C3A-98DC-4DB0-A8CC-51127D5E1308}"/>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6" name="Footer Placeholder 5">
            <a:extLst>
              <a:ext uri="{FF2B5EF4-FFF2-40B4-BE49-F238E27FC236}">
                <a16:creationId xmlns:a16="http://schemas.microsoft.com/office/drawing/2014/main" id="{529A4901-8E44-4260-8A1E-5D5DA64E64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9059BE-4369-4E7B-A046-3CF2FD8700B1}"/>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2999896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8C55-19BA-46BA-91D7-525A261A65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FFC4B9-F1F9-4A84-9276-BB88322311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C9441-A325-4F05-BB52-529CD070AC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5C69DC-B9E4-424D-BE08-BF6743400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B49E9-3057-4266-9C1D-56BD5CA48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42C093-4FF5-43F3-8235-78DD9CA87643}"/>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8" name="Footer Placeholder 7">
            <a:extLst>
              <a:ext uri="{FF2B5EF4-FFF2-40B4-BE49-F238E27FC236}">
                <a16:creationId xmlns:a16="http://schemas.microsoft.com/office/drawing/2014/main" id="{856EF2BA-9806-472A-A49C-8428B7911F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A21D36-2CA2-47D9-B393-D25FE3720B1F}"/>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340615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54BA3-605C-4180-98EE-5B984E6746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375045-D631-4324-BD52-FB9400CDC3E0}"/>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4" name="Footer Placeholder 3">
            <a:extLst>
              <a:ext uri="{FF2B5EF4-FFF2-40B4-BE49-F238E27FC236}">
                <a16:creationId xmlns:a16="http://schemas.microsoft.com/office/drawing/2014/main" id="{21D874F2-E733-40E1-960F-305B3C8E15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39B346-5DDD-4E61-BC3B-366EFE9327E7}"/>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2066632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0D6B9-5308-439C-B409-EDCF261C5088}"/>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3" name="Footer Placeholder 2">
            <a:extLst>
              <a:ext uri="{FF2B5EF4-FFF2-40B4-BE49-F238E27FC236}">
                <a16:creationId xmlns:a16="http://schemas.microsoft.com/office/drawing/2014/main" id="{E47091DE-C439-44FE-9364-3814F9AF63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3C081E-F4B1-4FF7-AECF-81FF980C2C58}"/>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60575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F0B72-0566-48B4-8BC2-2A0E21798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E16CCD-C3BF-4186-A9E8-118828F2EC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49DF71-2B24-4775-BF72-0CE967F4AF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F76BBD-C239-454E-8440-37BF45CE27F0}"/>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6" name="Footer Placeholder 5">
            <a:extLst>
              <a:ext uri="{FF2B5EF4-FFF2-40B4-BE49-F238E27FC236}">
                <a16:creationId xmlns:a16="http://schemas.microsoft.com/office/drawing/2014/main" id="{406D60A1-3207-492B-8A50-B913527498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0B5A75-4834-4CA8-9B14-435EBD12889E}"/>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254345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D7BC9-3C52-4E43-A634-492229BD4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A5B542-91B3-4EED-9210-905B100A2E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289426-58ED-4875-AF40-81B1D5D75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84E9AA-FD6C-4261-9DBD-F8E1C3BC7E2F}"/>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6" name="Footer Placeholder 5">
            <a:extLst>
              <a:ext uri="{FF2B5EF4-FFF2-40B4-BE49-F238E27FC236}">
                <a16:creationId xmlns:a16="http://schemas.microsoft.com/office/drawing/2014/main" id="{518BC037-8588-420F-A264-3B8839484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2C36F6-F2D2-4A50-9AA7-34A77EC6B995}"/>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045151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AC7FD-BEF9-4FEE-8011-D3109F1AA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6BFD4A-7389-4EDA-B262-440EB53FBB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D288EE-C860-4B1B-B76E-95C6C54F7426}"/>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03AB5C50-9B66-4D5A-A7D7-52E312ABE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4E8BE9-5557-477A-8E39-6DFDCE7B812B}"/>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1859079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0F346E-6051-4FDD-BB88-4B689D38C0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D945DE-F52C-42D0-BAB0-5B94F211C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7CC13-F122-4CF4-863A-B2EF84383936}"/>
              </a:ext>
            </a:extLst>
          </p:cNvPr>
          <p:cNvSpPr>
            <a:spLocks noGrp="1"/>
          </p:cNvSpPr>
          <p:nvPr>
            <p:ph type="dt" sz="half" idx="10"/>
          </p:nvPr>
        </p:nvSpPr>
        <p:spPr/>
        <p:txBody>
          <a:body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DF790424-BB8B-4D98-9F56-75EE0B9EA0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6E7A59-A60F-4387-88B0-4AA45121B93B}"/>
              </a:ext>
            </a:extLst>
          </p:cNvPr>
          <p:cNvSpPr>
            <a:spLocks noGrp="1"/>
          </p:cNvSpPr>
          <p:nvPr>
            <p:ph type="sldNum" sz="quarter" idx="12"/>
          </p:nvPr>
        </p:nvSpPr>
        <p:spPr/>
        <p:txBody>
          <a:bodyPr/>
          <a:lstStyle/>
          <a:p>
            <a:fld id="{B312E499-AF63-42B4-A278-7B2D6DA0C24B}" type="slidenum">
              <a:rPr lang="en-US" smtClean="0"/>
              <a:t>‹#›</a:t>
            </a:fld>
            <a:endParaRPr lang="en-US"/>
          </a:p>
        </p:txBody>
      </p:sp>
    </p:spTree>
    <p:extLst>
      <p:ext uri="{BB962C8B-B14F-4D97-AF65-F5344CB8AC3E}">
        <p14:creationId xmlns:p14="http://schemas.microsoft.com/office/powerpoint/2010/main" val="3288600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0A5E5C-5B76-46F2-BC04-4CFB240865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884EF-0670-48B0-BD43-635E85B299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92F08-46FF-4E3A-9306-BC24908067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921729-540E-4C42-BD89-7725F0545B16}" type="datetimeFigureOut">
              <a:rPr lang="en-US" smtClean="0"/>
              <a:t>2/10/2024</a:t>
            </a:fld>
            <a:endParaRPr lang="en-US"/>
          </a:p>
        </p:txBody>
      </p:sp>
      <p:sp>
        <p:nvSpPr>
          <p:cNvPr id="5" name="Footer Placeholder 4">
            <a:extLst>
              <a:ext uri="{FF2B5EF4-FFF2-40B4-BE49-F238E27FC236}">
                <a16:creationId xmlns:a16="http://schemas.microsoft.com/office/drawing/2014/main" id="{688468BD-E564-45A3-8AB0-066A21F821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9F9066D-16DE-4E5A-98BC-D1AA398854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12E499-AF63-42B4-A278-7B2D6DA0C24B}" type="slidenum">
              <a:rPr lang="en-US" smtClean="0"/>
              <a:t>‹#›</a:t>
            </a:fld>
            <a:endParaRPr lang="en-US"/>
          </a:p>
        </p:txBody>
      </p:sp>
    </p:spTree>
    <p:extLst>
      <p:ext uri="{BB962C8B-B14F-4D97-AF65-F5344CB8AC3E}">
        <p14:creationId xmlns:p14="http://schemas.microsoft.com/office/powerpoint/2010/main" val="4261369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tags" Target="../tags/tag3.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00A46F-B686-4FDC-9140-9F4E8C93D446}"/>
              </a:ext>
            </a:extLst>
          </p:cNvPr>
          <p:cNvSpPr>
            <a:spLocks noGrp="1"/>
          </p:cNvSpPr>
          <p:nvPr>
            <p:ph type="ctrTitle"/>
          </p:nvPr>
        </p:nvSpPr>
        <p:spPr>
          <a:xfrm>
            <a:off x="686834" y="1153572"/>
            <a:ext cx="3200400" cy="4461163"/>
          </a:xfrm>
        </p:spPr>
        <p:txBody>
          <a:bodyPr vert="horz" lIns="91440" tIns="45720" rIns="91440" bIns="45720" rtlCol="0" anchor="ctr">
            <a:normAutofit/>
          </a:bodyPr>
          <a:lstStyle/>
          <a:p>
            <a:pPr algn="l"/>
            <a:r>
              <a:rPr lang="en-US" sz="4400" kern="1200" dirty="0">
                <a:solidFill>
                  <a:srgbClr val="FFFFFF"/>
                </a:solidFill>
                <a:latin typeface="+mj-lt"/>
                <a:ea typeface="+mj-ea"/>
                <a:cs typeface="+mj-cs"/>
              </a:rPr>
              <a:t>Week One Assignment: </a:t>
            </a:r>
            <a:br>
              <a:rPr lang="en-US" sz="4400" kern="1200" dirty="0">
                <a:solidFill>
                  <a:srgbClr val="FFFFFF"/>
                </a:solidFill>
                <a:latin typeface="+mj-lt"/>
                <a:ea typeface="+mj-ea"/>
                <a:cs typeface="+mj-cs"/>
              </a:rPr>
            </a:br>
            <a:r>
              <a:rPr lang="en-US" sz="4400" kern="1200" dirty="0">
                <a:solidFill>
                  <a:srgbClr val="FFFFFF"/>
                </a:solidFill>
                <a:latin typeface="+mj-lt"/>
                <a:ea typeface="+mj-ea"/>
                <a:cs typeface="+mj-cs"/>
              </a:rPr>
              <a:t>Assessing for Mastery of a Standard</a:t>
            </a:r>
          </a:p>
        </p:txBody>
      </p:sp>
      <p:sp>
        <p:nvSpPr>
          <p:cNvPr id="2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title 2">
            <a:extLst>
              <a:ext uri="{FF2B5EF4-FFF2-40B4-BE49-F238E27FC236}">
                <a16:creationId xmlns:a16="http://schemas.microsoft.com/office/drawing/2014/main" id="{4F6E1DB1-BE81-4CC7-97B1-AD595DCAC021}"/>
              </a:ext>
            </a:extLst>
          </p:cNvPr>
          <p:cNvSpPr>
            <a:spLocks noGrp="1"/>
          </p:cNvSpPr>
          <p:nvPr>
            <p:ph type="subTitle" idx="1"/>
          </p:nvPr>
        </p:nvSpPr>
        <p:spPr>
          <a:xfrm>
            <a:off x="4447308" y="591344"/>
            <a:ext cx="6906491" cy="5585619"/>
          </a:xfrm>
        </p:spPr>
        <p:txBody>
          <a:bodyPr vert="horz" lIns="91440" tIns="45720" rIns="91440" bIns="45720" rtlCol="0" anchor="ctr">
            <a:normAutofit/>
          </a:bodyPr>
          <a:lstStyle/>
          <a:p>
            <a:pPr indent="-228600" algn="l">
              <a:buFont typeface="Arial" panose="020B0604020202020204" pitchFamily="34" charset="0"/>
              <a:buChar char="•"/>
            </a:pPr>
            <a:r>
              <a:rPr lang="en-US" dirty="0"/>
              <a:t>Frank Jamison</a:t>
            </a:r>
          </a:p>
          <a:p>
            <a:pPr indent="-228600" algn="l">
              <a:buFont typeface="Arial" panose="020B0604020202020204" pitchFamily="34" charset="0"/>
              <a:buChar char="•"/>
            </a:pPr>
            <a:r>
              <a:rPr lang="en-US" dirty="0"/>
              <a:t>ITL526: SS Integrated Design</a:t>
            </a:r>
          </a:p>
          <a:p>
            <a:pPr indent="-228600" algn="l">
              <a:buFont typeface="Arial" panose="020B0604020202020204" pitchFamily="34" charset="0"/>
              <a:buChar char="•"/>
            </a:pPr>
            <a:r>
              <a:rPr lang="en-US" dirty="0"/>
              <a:t>Dr. </a:t>
            </a:r>
            <a:r>
              <a:rPr lang="en-US" dirty="0" err="1"/>
              <a:t>Torrence</a:t>
            </a:r>
            <a:r>
              <a:rPr lang="en-US" dirty="0"/>
              <a:t> Temple</a:t>
            </a:r>
          </a:p>
          <a:p>
            <a:pPr indent="-228600" algn="l">
              <a:buFont typeface="Arial" panose="020B0604020202020204" pitchFamily="34" charset="0"/>
              <a:buChar char="•"/>
            </a:pPr>
            <a:r>
              <a:rPr lang="en-US" dirty="0"/>
              <a:t>February 11, 2024</a:t>
            </a:r>
          </a:p>
        </p:txBody>
      </p:sp>
    </p:spTree>
    <p:custDataLst>
      <p:tags r:id="rId1"/>
    </p:custDataLst>
    <p:extLst>
      <p:ext uri="{BB962C8B-B14F-4D97-AF65-F5344CB8AC3E}">
        <p14:creationId xmlns:p14="http://schemas.microsoft.com/office/powerpoint/2010/main" val="328796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A305D891-53EF-45F2-84A5-4ACB1B87BE0A}"/>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kern="1200" dirty="0">
                <a:solidFill>
                  <a:schemeClr val="tx1"/>
                </a:solidFill>
                <a:latin typeface="+mj-lt"/>
                <a:ea typeface="+mj-ea"/>
                <a:cs typeface="+mj-cs"/>
              </a:rPr>
              <a:t>Standard 1</a:t>
            </a:r>
          </a:p>
        </p:txBody>
      </p:sp>
      <p:sp>
        <p:nvSpPr>
          <p:cNvPr id="5" name="Text Placeholder 4">
            <a:extLst>
              <a:ext uri="{FF2B5EF4-FFF2-40B4-BE49-F238E27FC236}">
                <a16:creationId xmlns:a16="http://schemas.microsoft.com/office/drawing/2014/main" id="{046ECAE5-3194-43BB-9A34-B58504C6B61B}"/>
              </a:ext>
            </a:extLst>
          </p:cNvPr>
          <p:cNvSpPr>
            <a:spLocks noGrp="1"/>
          </p:cNvSpPr>
          <p:nvPr>
            <p:ph type="body" idx="1"/>
          </p:nvPr>
        </p:nvSpPr>
        <p:spPr>
          <a:xfrm>
            <a:off x="870148" y="3962792"/>
            <a:ext cx="5221185" cy="2102108"/>
          </a:xfrm>
        </p:spPr>
        <p:txBody>
          <a:bodyPr vert="horz" lIns="91440" tIns="45720" rIns="91440" bIns="45720" rtlCol="0" anchor="t">
            <a:normAutofit/>
          </a:bodyPr>
          <a:lstStyle/>
          <a:p>
            <a:pPr algn="ctr"/>
            <a:r>
              <a:rPr lang="en-US" kern="1200" dirty="0">
                <a:solidFill>
                  <a:schemeClr val="tx1"/>
                </a:solidFill>
                <a:latin typeface="+mn-lt"/>
                <a:ea typeface="+mn-ea"/>
                <a:cs typeface="+mn-cs"/>
              </a:rPr>
              <a:t>Mathematics</a:t>
            </a:r>
          </a:p>
          <a:p>
            <a:pPr algn="ctr"/>
            <a:r>
              <a:rPr lang="en-US" kern="1200" dirty="0">
                <a:solidFill>
                  <a:schemeClr val="tx1"/>
                </a:solidFill>
                <a:latin typeface="+mn-lt"/>
                <a:ea typeface="+mn-ea"/>
                <a:cs typeface="+mn-cs"/>
              </a:rPr>
              <a:t>Algebra I (Traditional Pathway)</a:t>
            </a:r>
          </a:p>
          <a:p>
            <a:pPr algn="ctr"/>
            <a:r>
              <a:rPr lang="en-US" kern="1200" dirty="0">
                <a:solidFill>
                  <a:schemeClr val="tx1"/>
                </a:solidFill>
                <a:latin typeface="+mn-lt"/>
                <a:ea typeface="+mn-ea"/>
                <a:cs typeface="+mn-cs"/>
              </a:rPr>
              <a:t>The Real Number System (N-RN)</a:t>
            </a:r>
          </a:p>
        </p:txBody>
      </p:sp>
      <p:sp>
        <p:nvSpPr>
          <p:cNvPr id="14"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Graphic 8" descr="Browser Window">
            <a:extLst>
              <a:ext uri="{FF2B5EF4-FFF2-40B4-BE49-F238E27FC236}">
                <a16:creationId xmlns:a16="http://schemas.microsoft.com/office/drawing/2014/main" id="{A484BC24-F6D5-4141-88F5-B9EF742CFA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93046" y="1209578"/>
            <a:ext cx="4055897" cy="4055897"/>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custDataLst>
      <p:tags r:id="rId1"/>
    </p:custDataLst>
    <p:extLst>
      <p:ext uri="{BB962C8B-B14F-4D97-AF65-F5344CB8AC3E}">
        <p14:creationId xmlns:p14="http://schemas.microsoft.com/office/powerpoint/2010/main" val="2473581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F56BD7B-1B0D-4D7D-A679-9F9BCDD34AFB}"/>
              </a:ext>
            </a:extLst>
          </p:cNvPr>
          <p:cNvSpPr>
            <a:spLocks noGrp="1"/>
          </p:cNvSpPr>
          <p:nvPr>
            <p:ph type="title"/>
          </p:nvPr>
        </p:nvSpPr>
        <p:spPr>
          <a:xfrm>
            <a:off x="838200" y="963507"/>
            <a:ext cx="3494362" cy="4930986"/>
          </a:xfrm>
        </p:spPr>
        <p:txBody>
          <a:bodyPr>
            <a:normAutofit/>
          </a:bodyPr>
          <a:lstStyle/>
          <a:p>
            <a:pPr algn="r"/>
            <a:r>
              <a:rPr lang="en-US">
                <a:solidFill>
                  <a:schemeClr val="accent1"/>
                </a:solidFill>
              </a:rPr>
              <a:t>Standard 1 Concepts &amp; Skills</a:t>
            </a:r>
          </a:p>
        </p:txBody>
      </p:sp>
      <p:cxnSp>
        <p:nvCxnSpPr>
          <p:cNvPr id="14" name="Straight Connector 13">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7B6DF6C6-8AD7-4518-BA46-148E6800913F}"/>
              </a:ext>
            </a:extLst>
          </p:cNvPr>
          <p:cNvSpPr>
            <a:spLocks noGrp="1"/>
          </p:cNvSpPr>
          <p:nvPr>
            <p:ph sz="half" idx="1"/>
          </p:nvPr>
        </p:nvSpPr>
        <p:spPr>
          <a:xfrm>
            <a:off x="4976030" y="320041"/>
            <a:ext cx="6250940" cy="2948094"/>
          </a:xfrm>
        </p:spPr>
        <p:txBody>
          <a:bodyPr anchor="b">
            <a:normAutofit/>
          </a:bodyPr>
          <a:lstStyle/>
          <a:p>
            <a:pPr marL="0" indent="0">
              <a:buNone/>
            </a:pPr>
            <a:r>
              <a:rPr lang="en-US" sz="2000" dirty="0"/>
              <a:t>Concepts</a:t>
            </a:r>
          </a:p>
          <a:p>
            <a:pPr marL="514350" indent="-514350">
              <a:buFont typeface="+mj-lt"/>
              <a:buAutoNum type="arabicPeriod"/>
            </a:pPr>
            <a:r>
              <a:rPr lang="en-US" sz="2000" dirty="0"/>
              <a:t>Understanding of rational exponents and their properties. </a:t>
            </a:r>
          </a:p>
          <a:p>
            <a:pPr marL="514350" indent="-514350">
              <a:buFont typeface="+mj-lt"/>
              <a:buAutoNum type="arabicPeriod"/>
            </a:pPr>
            <a:r>
              <a:rPr lang="en-US" sz="2000" dirty="0"/>
              <a:t>Comprehension of the relationship between exponents and radicals.</a:t>
            </a:r>
          </a:p>
          <a:p>
            <a:pPr marL="514350" indent="-514350">
              <a:buFont typeface="+mj-lt"/>
              <a:buAutoNum type="arabicPeriod"/>
            </a:pPr>
            <a:r>
              <a:rPr lang="en-US" sz="2000" dirty="0"/>
              <a:t>Recognition of the role of exponents in representing real numbers.</a:t>
            </a:r>
          </a:p>
        </p:txBody>
      </p:sp>
      <p:sp>
        <p:nvSpPr>
          <p:cNvPr id="7" name="Content Placeholder 6">
            <a:extLst>
              <a:ext uri="{FF2B5EF4-FFF2-40B4-BE49-F238E27FC236}">
                <a16:creationId xmlns:a16="http://schemas.microsoft.com/office/drawing/2014/main" id="{7C0D9260-FE1D-4579-B031-82E1990D48F4}"/>
              </a:ext>
            </a:extLst>
          </p:cNvPr>
          <p:cNvSpPr>
            <a:spLocks noGrp="1"/>
          </p:cNvSpPr>
          <p:nvPr>
            <p:ph sz="half" idx="2"/>
          </p:nvPr>
        </p:nvSpPr>
        <p:spPr>
          <a:xfrm>
            <a:off x="4976030" y="3589866"/>
            <a:ext cx="6250940" cy="2304628"/>
          </a:xfrm>
        </p:spPr>
        <p:txBody>
          <a:bodyPr>
            <a:normAutofit/>
          </a:bodyPr>
          <a:lstStyle/>
          <a:p>
            <a:pPr marL="0" indent="0">
              <a:buNone/>
            </a:pPr>
            <a:r>
              <a:rPr lang="en-US" sz="2000" dirty="0"/>
              <a:t>Skills</a:t>
            </a:r>
          </a:p>
          <a:p>
            <a:pPr marL="514350" indent="-514350">
              <a:buFont typeface="+mj-lt"/>
              <a:buAutoNum type="arabicPeriod"/>
            </a:pPr>
            <a:r>
              <a:rPr lang="en-US" sz="2000" dirty="0"/>
              <a:t>Rewriting expressions with rational exponents.</a:t>
            </a:r>
          </a:p>
          <a:p>
            <a:pPr marL="514350" indent="-514350">
              <a:buFont typeface="+mj-lt"/>
              <a:buAutoNum type="arabicPeriod"/>
            </a:pPr>
            <a:r>
              <a:rPr lang="en-US" sz="2000" dirty="0"/>
              <a:t>Simplifying expressions involving exponents and radicals.</a:t>
            </a:r>
          </a:p>
          <a:p>
            <a:pPr marL="514350" indent="-514350">
              <a:buFont typeface="+mj-lt"/>
              <a:buAutoNum type="arabicPeriod"/>
            </a:pPr>
            <a:r>
              <a:rPr lang="en-US" sz="2000" dirty="0"/>
              <a:t>Solving equations that involve exponents and radicals. </a:t>
            </a:r>
          </a:p>
        </p:txBody>
      </p:sp>
    </p:spTree>
    <p:custDataLst>
      <p:tags r:id="rId1"/>
    </p:custDataLst>
    <p:extLst>
      <p:ext uri="{BB962C8B-B14F-4D97-AF65-F5344CB8AC3E}">
        <p14:creationId xmlns:p14="http://schemas.microsoft.com/office/powerpoint/2010/main" val="107207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normAutofit fontScale="90000"/>
          </a:bodyPr>
          <a:lstStyle/>
          <a:p>
            <a:r>
              <a:rPr lang="en-US" dirty="0"/>
              <a:t>Concept 1: Understanding of rational exponents and their properties. </a:t>
            </a:r>
            <a:br>
              <a:rPr lang="en-US" dirty="0"/>
            </a:br>
            <a:endParaRPr lang="en-US" dirty="0"/>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Mastery of the concept of rational exponents and their properties would be demonstrated by a student's ability to explain the rationale behind the extension of integer exponent rules to rational exponents and to consistently apply these properties in simplifying expressions with both exponents and radicals.</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The Algebra I standards state that students should expand their knowledge of integer exponents to rational exponents, which involves the ability to explain and use the properties of exponents to rewrite expressions that include radicals and rational exponents (as shown in the standards document). </a:t>
            </a:r>
          </a:p>
          <a:p>
            <a:pPr marL="0" indent="0">
              <a:buNone/>
            </a:pPr>
            <a:r>
              <a:rPr lang="en-US" dirty="0"/>
              <a:t>Mastery would be demonstrated by a student's ability to perform these tasks seamlessly, indicating a deep understanding that aligns with the curriculum's main objectives for mathematical comprehension and fluency in Algebra I. The proposed criterion is directly linked to the curriculum's focus on expanding prior knowledge of exponents and creating a bridge to more advanced topics that require expertise in exponent rules.</a:t>
            </a:r>
          </a:p>
        </p:txBody>
      </p:sp>
    </p:spTree>
    <p:custDataLst>
      <p:tags r:id="rId1"/>
    </p:custDataLst>
    <p:extLst>
      <p:ext uri="{BB962C8B-B14F-4D97-AF65-F5344CB8AC3E}">
        <p14:creationId xmlns:p14="http://schemas.microsoft.com/office/powerpoint/2010/main" val="265544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136C-34D2-09F1-8467-D7B951F69BA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79DD98-96D6-C5E5-1CFC-9DF3EAF027FC}"/>
              </a:ext>
            </a:extLst>
          </p:cNvPr>
          <p:cNvSpPr>
            <a:spLocks noGrp="1"/>
          </p:cNvSpPr>
          <p:nvPr>
            <p:ph type="title"/>
          </p:nvPr>
        </p:nvSpPr>
        <p:spPr/>
        <p:txBody>
          <a:bodyPr>
            <a:normAutofit fontScale="90000"/>
          </a:bodyPr>
          <a:lstStyle/>
          <a:p>
            <a:r>
              <a:rPr lang="en-US" dirty="0"/>
              <a:t>Concept 2: Comprehension of the relationship between exponents and radicals.</a:t>
            </a:r>
            <a:br>
              <a:rPr lang="en-US" dirty="0"/>
            </a:br>
            <a:endParaRPr lang="en-US" dirty="0"/>
          </a:p>
        </p:txBody>
      </p:sp>
      <p:sp>
        <p:nvSpPr>
          <p:cNvPr id="8" name="Text Placeholder 7">
            <a:extLst>
              <a:ext uri="{FF2B5EF4-FFF2-40B4-BE49-F238E27FC236}">
                <a16:creationId xmlns:a16="http://schemas.microsoft.com/office/drawing/2014/main" id="{6462209A-23DB-27B4-A7DC-008ACC81E8B6}"/>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3E679E07-C52E-2529-FF91-1536636808C3}"/>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mastery of the relationship between exponents and radicals can be demonstrated by their ability to explain and show how exponentiation and radical operations are inverse processes.</a:t>
            </a:r>
          </a:p>
          <a:p>
            <a:pPr marL="0" indent="0">
              <a:buNone/>
            </a:pPr>
            <a:r>
              <a:rPr lang="en-US" dirty="0"/>
              <a:t>Additionally, they should be able to seamlessly convert between radical expressions and expressions with rational exponents in different mathematical situations.</a:t>
            </a:r>
          </a:p>
        </p:txBody>
      </p:sp>
      <p:sp>
        <p:nvSpPr>
          <p:cNvPr id="9" name="Text Placeholder 8">
            <a:extLst>
              <a:ext uri="{FF2B5EF4-FFF2-40B4-BE49-F238E27FC236}">
                <a16:creationId xmlns:a16="http://schemas.microsoft.com/office/drawing/2014/main" id="{1482ADA1-3684-1180-99E3-0057D7371946}"/>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DF333591-F65F-BB55-CA56-E39837546AB5}"/>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This concept is crucial for high school mathematics and serves as a foundation for students to advance to more complex topics, such as solving exponential and logarithmic equations. </a:t>
            </a:r>
          </a:p>
          <a:p>
            <a:pPr marL="0" indent="0">
              <a:buNone/>
            </a:pPr>
            <a:r>
              <a:rPr lang="en-US" dirty="0"/>
              <a:t>The ability to smoothly convert between radical expressions and expressions with rational exponents directly applies these properties and is a practical demonstration of understanding. </a:t>
            </a:r>
          </a:p>
          <a:p>
            <a:pPr marL="0" indent="0">
              <a:buNone/>
            </a:pPr>
            <a:r>
              <a:rPr lang="en-US" dirty="0"/>
              <a:t>The criterion reflects the depth of knowledge expected from students, as they need to perform conversions and understand the underlying mathematical principles that justify these operations.</a:t>
            </a:r>
          </a:p>
        </p:txBody>
      </p:sp>
    </p:spTree>
    <p:custDataLst>
      <p:tags r:id="rId1"/>
    </p:custDataLst>
    <p:extLst>
      <p:ext uri="{BB962C8B-B14F-4D97-AF65-F5344CB8AC3E}">
        <p14:creationId xmlns:p14="http://schemas.microsoft.com/office/powerpoint/2010/main" val="2465065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CD47D-ABF0-033D-ADCA-6003CD82D4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B5DB35-B7ED-8961-C1F4-62E0D45E9290}"/>
              </a:ext>
            </a:extLst>
          </p:cNvPr>
          <p:cNvSpPr>
            <a:spLocks noGrp="1"/>
          </p:cNvSpPr>
          <p:nvPr>
            <p:ph type="title"/>
          </p:nvPr>
        </p:nvSpPr>
        <p:spPr/>
        <p:txBody>
          <a:bodyPr>
            <a:normAutofit fontScale="90000"/>
          </a:bodyPr>
          <a:lstStyle/>
          <a:p>
            <a:r>
              <a:rPr lang="en-US" dirty="0"/>
              <a:t>Concept 3: Recognition of the role of exponents in representing real numbers.</a:t>
            </a:r>
            <a:br>
              <a:rPr lang="en-US" dirty="0"/>
            </a:br>
            <a:endParaRPr lang="en-US" dirty="0"/>
          </a:p>
        </p:txBody>
      </p:sp>
      <p:sp>
        <p:nvSpPr>
          <p:cNvPr id="8" name="Text Placeholder 7">
            <a:extLst>
              <a:ext uri="{FF2B5EF4-FFF2-40B4-BE49-F238E27FC236}">
                <a16:creationId xmlns:a16="http://schemas.microsoft.com/office/drawing/2014/main" id="{DA1B4A31-0869-3D1D-2DC6-A30734D98778}"/>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161387C4-D418-1369-4A4A-24BAFEC70104}"/>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To have a good grasp on this concept, students need to understand not only how to perform procedures but also the underlying concepts. </a:t>
            </a:r>
          </a:p>
          <a:p>
            <a:pPr marL="0" indent="0">
              <a:buNone/>
            </a:pPr>
            <a:r>
              <a:rPr lang="en-US" dirty="0"/>
              <a:t>They must comprehend how exponents can be used to represent growth, decay, and repeated multiplication. </a:t>
            </a:r>
          </a:p>
          <a:p>
            <a:pPr marL="0" indent="0">
              <a:buNone/>
            </a:pPr>
            <a:r>
              <a:rPr lang="en-US" dirty="0"/>
              <a:t>These skills are crucial for success in higher-level mathematics and in interpreting real-world situations that can be modeled mathematically using exponents. </a:t>
            </a:r>
          </a:p>
        </p:txBody>
      </p:sp>
      <p:sp>
        <p:nvSpPr>
          <p:cNvPr id="9" name="Text Placeholder 8">
            <a:extLst>
              <a:ext uri="{FF2B5EF4-FFF2-40B4-BE49-F238E27FC236}">
                <a16:creationId xmlns:a16="http://schemas.microsoft.com/office/drawing/2014/main" id="{A200D174-7513-61D7-0371-F734C613387C}"/>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E49B7219-1180-47DD-9551-ADE4F0494C5C}"/>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The criteria for recognizing the role of exponents in representing real numbers is appropriate because it focuses on students' ability to apply their understanding of exponents in a broader mathematical and real-world context. This is a central goal of the </a:t>
            </a:r>
          </a:p>
          <a:p>
            <a:pPr marL="0" indent="0">
              <a:buNone/>
            </a:pPr>
            <a:r>
              <a:rPr lang="en-US" dirty="0"/>
              <a:t>Algebra I curriculum. The criterion reflects the necessary level of comprehension for students to engage with exponents beyond mere calculations. It allows them to see the application and impact of exponents on the representation of real numbers. </a:t>
            </a:r>
          </a:p>
          <a:p>
            <a:pPr marL="0" indent="0">
              <a:buNone/>
            </a:pPr>
            <a:r>
              <a:rPr lang="en-US" dirty="0"/>
              <a:t>Additionally, it ensures that students can link the abstract concept of exponents with practical applications, preparing them for higher-level mathematics and real-life scenarios. </a:t>
            </a:r>
          </a:p>
          <a:p>
            <a:pPr marL="0" indent="0">
              <a:buNone/>
            </a:pPr>
            <a:r>
              <a:rPr lang="en-US" dirty="0"/>
              <a:t>Exponents play a crucial role in financial calculations and scientific measurements, and this criterion helps students to be well-equipped to handle such scenarios.</a:t>
            </a:r>
          </a:p>
        </p:txBody>
      </p:sp>
    </p:spTree>
    <p:custDataLst>
      <p:tags r:id="rId1"/>
    </p:custDataLst>
    <p:extLst>
      <p:ext uri="{BB962C8B-B14F-4D97-AF65-F5344CB8AC3E}">
        <p14:creationId xmlns:p14="http://schemas.microsoft.com/office/powerpoint/2010/main" val="320991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lstStyle/>
          <a:p>
            <a:r>
              <a:rPr lang="en-US" dirty="0"/>
              <a:t>Skill 1: Rewriting expressions with rational exponents.</a:t>
            </a:r>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A student's mastery of the skill of rewriting expressions with rational exponents would be demonstrated by their proficiency in converting between radical expressions and their equivalent rational exponent forms. </a:t>
            </a:r>
          </a:p>
          <a:p>
            <a:pPr marL="0" indent="0">
              <a:buNone/>
            </a:pPr>
            <a:r>
              <a:rPr lang="en-US" dirty="0"/>
              <a:t>This involves accurately and consistently applying the properties of exponents in various algebraic contexts.</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The mastery criterion for rewriting expressions with rational exponents is deemed appropriate as it directly reflects the emphasis of the Algebra I standard on extending the properties of integer exponents to rational exponents. </a:t>
            </a:r>
          </a:p>
          <a:p>
            <a:pPr marL="0" indent="0">
              <a:buNone/>
            </a:pPr>
            <a:r>
              <a:rPr lang="en-US" dirty="0"/>
              <a:t>This skill is fundamental to students' algebraic fluency, enabling them to work efficiently with various forms of algebraic expressions and comprehend the correlations between different representations of the same mathematical concepts. </a:t>
            </a:r>
          </a:p>
          <a:p>
            <a:pPr marL="0" indent="0">
              <a:buNone/>
            </a:pPr>
            <a:r>
              <a:rPr lang="en-US" dirty="0"/>
              <a:t>Proficiency in this skill indicates a student's capacity to move between forms, which is vital for solving complex problems, understanding deeper mathematical relationships, and preparing for advanced mathematical concepts. </a:t>
            </a:r>
          </a:p>
          <a:p>
            <a:pPr marL="0" indent="0">
              <a:buNone/>
            </a:pPr>
            <a:r>
              <a:rPr lang="en-US" dirty="0"/>
              <a:t>This criterion aligns with the curriculum's objective of developing students' algebraic thinking and their ability to apply the properties of exponents in diverse contexts.</a:t>
            </a:r>
          </a:p>
        </p:txBody>
      </p:sp>
    </p:spTree>
    <p:custDataLst>
      <p:tags r:id="rId1"/>
    </p:custDataLst>
    <p:extLst>
      <p:ext uri="{BB962C8B-B14F-4D97-AF65-F5344CB8AC3E}">
        <p14:creationId xmlns:p14="http://schemas.microsoft.com/office/powerpoint/2010/main" val="2608872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A48EE-337E-DC43-AECD-DA63DDA05F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95F1C1-955F-B2AD-BA55-496B5228D5A4}"/>
              </a:ext>
            </a:extLst>
          </p:cNvPr>
          <p:cNvSpPr>
            <a:spLocks noGrp="1"/>
          </p:cNvSpPr>
          <p:nvPr>
            <p:ph type="title"/>
          </p:nvPr>
        </p:nvSpPr>
        <p:spPr/>
        <p:txBody>
          <a:bodyPr/>
          <a:lstStyle/>
          <a:p>
            <a:r>
              <a:rPr lang="en-US" dirty="0"/>
              <a:t>Skill 2: </a:t>
            </a:r>
            <a:r>
              <a:rPr lang="en-US" sz="4400" dirty="0"/>
              <a:t>Simplifying expressions involving exponents and radicals</a:t>
            </a:r>
            <a:r>
              <a:rPr lang="en-US" dirty="0"/>
              <a:t>.</a:t>
            </a:r>
          </a:p>
        </p:txBody>
      </p:sp>
      <p:sp>
        <p:nvSpPr>
          <p:cNvPr id="8" name="Text Placeholder 7">
            <a:extLst>
              <a:ext uri="{FF2B5EF4-FFF2-40B4-BE49-F238E27FC236}">
                <a16:creationId xmlns:a16="http://schemas.microsoft.com/office/drawing/2014/main" id="{714E0B10-A870-C6C1-1A2D-1F779C5DEADB}"/>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D7ABBC1E-A3C3-BC2E-5391-939ABD5BD160}"/>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ability to simplify expressions involving exponents and radicals would be demonstrated through consistent application of the properties of exponents to reduce expressions to their simplest form. </a:t>
            </a:r>
          </a:p>
          <a:p>
            <a:pPr marL="0" indent="0">
              <a:buNone/>
            </a:pPr>
            <a:r>
              <a:rPr lang="en-US" dirty="0"/>
              <a:t>This includes efficiently handling both radicals and exponents within the same expression and accurately presenting the simplest equivalent form.</a:t>
            </a:r>
          </a:p>
        </p:txBody>
      </p:sp>
      <p:sp>
        <p:nvSpPr>
          <p:cNvPr id="9" name="Text Placeholder 8">
            <a:extLst>
              <a:ext uri="{FF2B5EF4-FFF2-40B4-BE49-F238E27FC236}">
                <a16:creationId xmlns:a16="http://schemas.microsoft.com/office/drawing/2014/main" id="{61705797-19CD-89F3-7E32-8528616001EA}"/>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A5870EF2-3530-2A0C-BEA3-8431B55B44CD}"/>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This skill is fundamental for students to effectively engage with algebraic expressions, which is a core component of Algebra I and subsequent mathematics courses. </a:t>
            </a:r>
          </a:p>
          <a:p>
            <a:pPr marL="0" indent="0">
              <a:buNone/>
            </a:pPr>
            <a:r>
              <a:rPr lang="en-US" dirty="0"/>
              <a:t>Simplifying such expressions is a practical application of understanding the properties of exponents and radicals, which indicates a student's ability to manipulate and interpret mathematical expressions accurately. </a:t>
            </a:r>
          </a:p>
          <a:p>
            <a:pPr marL="0" indent="0">
              <a:buNone/>
            </a:pPr>
            <a:r>
              <a:rPr lang="en-US" dirty="0"/>
              <a:t>Mastery in this area demonstrates a student's readiness to tackle more complex algebraic problems and understand deeper mathematical concepts, reflecting a comprehensive grasp of the subject matter as outlined in the educational standards.</a:t>
            </a:r>
          </a:p>
        </p:txBody>
      </p:sp>
    </p:spTree>
    <p:custDataLst>
      <p:tags r:id="rId1"/>
    </p:custDataLst>
    <p:extLst>
      <p:ext uri="{BB962C8B-B14F-4D97-AF65-F5344CB8AC3E}">
        <p14:creationId xmlns:p14="http://schemas.microsoft.com/office/powerpoint/2010/main" val="3007759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D22C2-3609-65C8-DA2F-78F9644CAD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A3D21C-CBA0-E0F1-C795-6DB9E834CDDB}"/>
              </a:ext>
            </a:extLst>
          </p:cNvPr>
          <p:cNvSpPr>
            <a:spLocks noGrp="1"/>
          </p:cNvSpPr>
          <p:nvPr>
            <p:ph type="title"/>
          </p:nvPr>
        </p:nvSpPr>
        <p:spPr/>
        <p:txBody>
          <a:bodyPr/>
          <a:lstStyle/>
          <a:p>
            <a:r>
              <a:rPr lang="en-US" dirty="0"/>
              <a:t>Skill 3: </a:t>
            </a:r>
            <a:r>
              <a:rPr lang="en-US" sz="4400" dirty="0"/>
              <a:t>Solving equations that involve exponents and radicals.</a:t>
            </a:r>
            <a:endParaRPr lang="en-US" dirty="0"/>
          </a:p>
        </p:txBody>
      </p:sp>
      <p:sp>
        <p:nvSpPr>
          <p:cNvPr id="8" name="Text Placeholder 7">
            <a:extLst>
              <a:ext uri="{FF2B5EF4-FFF2-40B4-BE49-F238E27FC236}">
                <a16:creationId xmlns:a16="http://schemas.microsoft.com/office/drawing/2014/main" id="{575ADB89-4516-1C15-2F70-BAA850555348}"/>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CF367C7-C6D7-CDF8-D4AF-DB97D161B09B}"/>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mastery in solving equations involving exponents and radicals would be shown by their ability to apply algebraic principles and properties of exponents and radicals accurately. </a:t>
            </a:r>
          </a:p>
          <a:p>
            <a:pPr marL="0" indent="0">
              <a:buNone/>
            </a:pPr>
            <a:r>
              <a:rPr lang="en-US" dirty="0"/>
              <a:t>This includes finding all possible solutions to the equations, even those resulting in irrational or complex numbers where applicable.</a:t>
            </a:r>
          </a:p>
        </p:txBody>
      </p:sp>
      <p:sp>
        <p:nvSpPr>
          <p:cNvPr id="9" name="Text Placeholder 8">
            <a:extLst>
              <a:ext uri="{FF2B5EF4-FFF2-40B4-BE49-F238E27FC236}">
                <a16:creationId xmlns:a16="http://schemas.microsoft.com/office/drawing/2014/main" id="{B4BE87D8-9218-23E9-BBC9-5D2E84849409}"/>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D93D5D7E-E5E8-0539-E202-2409EC3306E2}"/>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This skill is based on the foundational knowledge of exponents and radicals and applies it to solve equations, which is a fundamental aspect of algebra. </a:t>
            </a:r>
          </a:p>
          <a:p>
            <a:pPr marL="0" indent="0">
              <a:buNone/>
            </a:pPr>
            <a:r>
              <a:rPr lang="en-US" dirty="0"/>
              <a:t>Mastery in this area indicates that students are proficient not only in manipulating algebraic expressions but also in applying their understanding to solve complex problems. </a:t>
            </a:r>
          </a:p>
          <a:p>
            <a:pPr marL="0" indent="0">
              <a:buNone/>
            </a:pPr>
            <a:r>
              <a:rPr lang="en-US" dirty="0"/>
              <a:t>This ability is essential for success in Algebra I and forms the basis for further mathematical exploration in higher-level courses. </a:t>
            </a:r>
          </a:p>
          <a:p>
            <a:pPr marL="0" indent="0">
              <a:buNone/>
            </a:pPr>
            <a:r>
              <a:rPr lang="en-US" dirty="0"/>
              <a:t>It demonstrates a comprehensive understanding of the subject matter, ensuring that students are well-prepared for the analytical and problem-solving demands of advanced mathematics.</a:t>
            </a:r>
          </a:p>
        </p:txBody>
      </p:sp>
    </p:spTree>
    <p:custDataLst>
      <p:tags r:id="rId1"/>
    </p:custDataLst>
    <p:extLst>
      <p:ext uri="{BB962C8B-B14F-4D97-AF65-F5344CB8AC3E}">
        <p14:creationId xmlns:p14="http://schemas.microsoft.com/office/powerpoint/2010/main" val="3429656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2">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a:xfrm>
            <a:off x="838200" y="365125"/>
            <a:ext cx="5393361" cy="1325563"/>
          </a:xfrm>
        </p:spPr>
        <p:txBody>
          <a:bodyPr>
            <a:normAutofit/>
          </a:bodyPr>
          <a:lstStyle/>
          <a:p>
            <a:r>
              <a:rPr lang="en-US"/>
              <a:t>Standard 1 Rubric</a:t>
            </a:r>
          </a:p>
        </p:txBody>
      </p:sp>
      <p:sp>
        <p:nvSpPr>
          <p:cNvPr id="22" name="Freeform: Shape 14">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Oval 16">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9" descr="Teamwork">
            <a:extLst>
              <a:ext uri="{FF2B5EF4-FFF2-40B4-BE49-F238E27FC236}">
                <a16:creationId xmlns:a16="http://schemas.microsoft.com/office/drawing/2014/main" id="{86AE7ED8-E450-4B31-8CDD-C11ABA034F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9" name="Freeform: Shape 18">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1" name="Straight Connector 20">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6">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10" name="Content Placeholder 9">
            <a:extLst>
              <a:ext uri="{FF2B5EF4-FFF2-40B4-BE49-F238E27FC236}">
                <a16:creationId xmlns:a16="http://schemas.microsoft.com/office/drawing/2014/main" id="{6076FF5C-BD42-FD68-C93C-710FC19E8614}"/>
              </a:ext>
            </a:extLst>
          </p:cNvPr>
          <p:cNvGraphicFramePr>
            <a:graphicFrameLocks noGrp="1"/>
          </p:cNvGraphicFramePr>
          <p:nvPr>
            <p:ph idx="1"/>
            <p:extLst>
              <p:ext uri="{D42A27DB-BD31-4B8C-83A1-F6EECF244321}">
                <p14:modId xmlns:p14="http://schemas.microsoft.com/office/powerpoint/2010/main" val="3308112988"/>
              </p:ext>
            </p:extLst>
          </p:nvPr>
        </p:nvGraphicFramePr>
        <p:xfrm>
          <a:off x="838200" y="1825625"/>
          <a:ext cx="10515600" cy="39293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044469592"/>
                    </a:ext>
                  </a:extLst>
                </a:gridCol>
                <a:gridCol w="2103120">
                  <a:extLst>
                    <a:ext uri="{9D8B030D-6E8A-4147-A177-3AD203B41FA5}">
                      <a16:colId xmlns:a16="http://schemas.microsoft.com/office/drawing/2014/main" val="1829783751"/>
                    </a:ext>
                  </a:extLst>
                </a:gridCol>
                <a:gridCol w="2103120">
                  <a:extLst>
                    <a:ext uri="{9D8B030D-6E8A-4147-A177-3AD203B41FA5}">
                      <a16:colId xmlns:a16="http://schemas.microsoft.com/office/drawing/2014/main" val="792591468"/>
                    </a:ext>
                  </a:extLst>
                </a:gridCol>
                <a:gridCol w="2103120">
                  <a:extLst>
                    <a:ext uri="{9D8B030D-6E8A-4147-A177-3AD203B41FA5}">
                      <a16:colId xmlns:a16="http://schemas.microsoft.com/office/drawing/2014/main" val="2458009639"/>
                    </a:ext>
                  </a:extLst>
                </a:gridCol>
                <a:gridCol w="2103120">
                  <a:extLst>
                    <a:ext uri="{9D8B030D-6E8A-4147-A177-3AD203B41FA5}">
                      <a16:colId xmlns:a16="http://schemas.microsoft.com/office/drawing/2014/main" val="3916663703"/>
                    </a:ext>
                  </a:extLst>
                </a:gridCol>
              </a:tblGrid>
              <a:tr h="370840">
                <a:tc>
                  <a:txBody>
                    <a:bodyPr/>
                    <a:lstStyle/>
                    <a:p>
                      <a:pPr algn="l" fontAlgn="ctr"/>
                      <a:r>
                        <a:rPr lang="en-US" sz="1100" b="1" i="0" u="none" strike="noStrike" dirty="0">
                          <a:solidFill>
                            <a:srgbClr val="FFFFFF"/>
                          </a:solidFill>
                          <a:effectLst/>
                          <a:latin typeface="Calibri" panose="020F0502020204030204" pitchFamily="34" charset="0"/>
                        </a:rPr>
                        <a:t>Criteria</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Highly Developed (4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Developed (3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Emerging (2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Initial (1 point)</a:t>
                      </a:r>
                    </a:p>
                  </a:txBody>
                  <a:tcPr marL="9525" marR="9525" marT="9525" marB="0" anchor="ctr"/>
                </a:tc>
                <a:extLst>
                  <a:ext uri="{0D108BD9-81ED-4DB2-BD59-A6C34878D82A}">
                    <a16:rowId xmlns:a16="http://schemas.microsoft.com/office/drawing/2014/main" val="2035514260"/>
                  </a:ext>
                </a:extLst>
              </a:tr>
              <a:tr h="370840">
                <a:tc>
                  <a:txBody>
                    <a:bodyPr/>
                    <a:lstStyle/>
                    <a:p>
                      <a:pPr algn="l" fontAlgn="ctr"/>
                      <a:r>
                        <a:rPr lang="en-US" sz="1100" b="0" i="0" u="none" strike="noStrike">
                          <a:solidFill>
                            <a:srgbClr val="202122"/>
                          </a:solidFill>
                          <a:effectLst/>
                          <a:latin typeface="Calibri" panose="020F0502020204030204" pitchFamily="34" charset="0"/>
                        </a:rPr>
                        <a:t>Understanding of Rational Exponents and Their Properties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Exhibits comprehensive understanding and application of rational exponents' properties in various contexts without errors.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a good understanding of rational exponents and their properties, with minor errors in application or explanation.</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Exhibits a basic understanding of rational exponents and their properties but struggles with application in different contexts.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limited understanding of rational exponents and their properties, with significant misconceptions or errors in application.</a:t>
                      </a:r>
                    </a:p>
                  </a:txBody>
                  <a:tcPr marL="9525" marR="9525" marT="9525" marB="0" anchor="ctr"/>
                </a:tc>
                <a:extLst>
                  <a:ext uri="{0D108BD9-81ED-4DB2-BD59-A6C34878D82A}">
                    <a16:rowId xmlns:a16="http://schemas.microsoft.com/office/drawing/2014/main" val="730318404"/>
                  </a:ext>
                </a:extLst>
              </a:tr>
              <a:tr h="370840">
                <a:tc>
                  <a:txBody>
                    <a:bodyPr/>
                    <a:lstStyle/>
                    <a:p>
                      <a:pPr algn="l" fontAlgn="ctr"/>
                      <a:r>
                        <a:rPr lang="en-US" sz="1100" b="0" i="0" u="none" strike="noStrike">
                          <a:solidFill>
                            <a:srgbClr val="202122"/>
                          </a:solidFill>
                          <a:effectLst/>
                          <a:latin typeface="Calibri" panose="020F0502020204030204" pitchFamily="34" charset="0"/>
                        </a:rPr>
                        <a:t>Comprehension of the Relationship Between Exponents and Radicals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Demonstrates a deep comprehension of how exponentiation and radical operations are inverse processes, accurately converting between expressions.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Understands the relationship between radicals and exponents with minor inaccuracies in converting expressions.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basic comprehension but makes errors in converting between radical expressions and expressions with rational exponents.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Struggles to understand the relationship between radicals and exponents, with significant errors in conversions.</a:t>
                      </a:r>
                    </a:p>
                  </a:txBody>
                  <a:tcPr marL="9525" marR="9525" marT="9525" marB="0" anchor="ctr"/>
                </a:tc>
                <a:extLst>
                  <a:ext uri="{0D108BD9-81ED-4DB2-BD59-A6C34878D82A}">
                    <a16:rowId xmlns:a16="http://schemas.microsoft.com/office/drawing/2014/main" val="1397768636"/>
                  </a:ext>
                </a:extLst>
              </a:tr>
              <a:tr h="370840">
                <a:tc>
                  <a:txBody>
                    <a:bodyPr/>
                    <a:lstStyle/>
                    <a:p>
                      <a:pPr algn="l" fontAlgn="ctr"/>
                      <a:r>
                        <a:rPr lang="en-US" sz="1100" b="0" i="0" u="none" strike="noStrike">
                          <a:solidFill>
                            <a:srgbClr val="202122"/>
                          </a:solidFill>
                          <a:effectLst/>
                          <a:latin typeface="Calibri" panose="020F0502020204030204" pitchFamily="34" charset="0"/>
                        </a:rPr>
                        <a:t>Simplifying Expressions Involving Exponents and Radicals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Accurately simplifies expressions involving both exponents and radicals consistently, demonstrating mastery in applying the properties of exponents.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Simplifies expressions involving exponents and radicals correctly in most cases but makes occasional errors.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 simplify some basic expressions involving exponents and radicals but struggles with more complex expressions.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difficulty simplifying expressions involving exponents and radicals, often making significant errors.</a:t>
                      </a:r>
                    </a:p>
                  </a:txBody>
                  <a:tcPr marL="9525" marR="9525" marT="9525" marB="0" anchor="ctr"/>
                </a:tc>
                <a:extLst>
                  <a:ext uri="{0D108BD9-81ED-4DB2-BD59-A6C34878D82A}">
                    <a16:rowId xmlns:a16="http://schemas.microsoft.com/office/drawing/2014/main" val="2784193149"/>
                  </a:ext>
                </a:extLst>
              </a:tr>
              <a:tr h="370840">
                <a:tc>
                  <a:txBody>
                    <a:bodyPr/>
                    <a:lstStyle/>
                    <a:p>
                      <a:pPr algn="l" fontAlgn="ctr"/>
                      <a:r>
                        <a:rPr lang="en-US" sz="1100" b="0" i="0" u="none" strike="noStrike">
                          <a:solidFill>
                            <a:srgbClr val="202122"/>
                          </a:solidFill>
                          <a:effectLst/>
                          <a:latin typeface="Calibri" panose="020F0502020204030204" pitchFamily="34" charset="0"/>
                        </a:rPr>
                        <a:t>Solving Equations Involving Exponents and Radicals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Expertly solves equations involving exponents and radicals, accurately finding all possible solutions and correctly interpreting the results.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Solves most equations involving exponents and radicals correctly but may overlook some solutions or make minor errors in interpretation.</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Demonstrates a partial ability to solve equations involving exponents and radicals, struggling with complex equations or missing some solutions.</a:t>
                      </a:r>
                    </a:p>
                  </a:txBody>
                  <a:tcPr marL="9525" marR="9525" marT="9525" marB="0" anchor="ctr"/>
                </a:tc>
                <a:tc>
                  <a:txBody>
                    <a:bodyPr/>
                    <a:lstStyle/>
                    <a:p>
                      <a:pPr algn="l" fontAlgn="ctr"/>
                      <a:r>
                        <a:rPr lang="en-US" sz="1100" b="0" i="0" u="none" strike="noStrike" dirty="0">
                          <a:solidFill>
                            <a:srgbClr val="202122"/>
                          </a:solidFill>
                          <a:effectLst/>
                          <a:latin typeface="Calibri" panose="020F0502020204030204" pitchFamily="34" charset="0"/>
                        </a:rPr>
                        <a:t>Has significant difficulty solving equations involving exponents and radicals, often unable to find correct solutions or make appropriate interpretations.</a:t>
                      </a:r>
                    </a:p>
                  </a:txBody>
                  <a:tcPr marL="9525" marR="9525" marT="9525" marB="0" anchor="ctr"/>
                </a:tc>
                <a:extLst>
                  <a:ext uri="{0D108BD9-81ED-4DB2-BD59-A6C34878D82A}">
                    <a16:rowId xmlns:a16="http://schemas.microsoft.com/office/drawing/2014/main" val="3251053379"/>
                  </a:ext>
                </a:extLst>
              </a:tr>
            </a:tbl>
          </a:graphicData>
        </a:graphic>
      </p:graphicFrame>
    </p:spTree>
    <p:custDataLst>
      <p:tags r:id="rId1"/>
    </p:custDataLst>
    <p:extLst>
      <p:ext uri="{BB962C8B-B14F-4D97-AF65-F5344CB8AC3E}">
        <p14:creationId xmlns:p14="http://schemas.microsoft.com/office/powerpoint/2010/main" val="415512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A305D891-53EF-45F2-84A5-4ACB1B87BE0A}"/>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kern="1200">
                <a:solidFill>
                  <a:schemeClr val="tx1"/>
                </a:solidFill>
                <a:latin typeface="+mj-lt"/>
                <a:ea typeface="+mj-ea"/>
                <a:cs typeface="+mj-cs"/>
              </a:rPr>
              <a:t>Standard 2</a:t>
            </a:r>
          </a:p>
        </p:txBody>
      </p:sp>
      <p:sp>
        <p:nvSpPr>
          <p:cNvPr id="5" name="Text Placeholder 4">
            <a:extLst>
              <a:ext uri="{FF2B5EF4-FFF2-40B4-BE49-F238E27FC236}">
                <a16:creationId xmlns:a16="http://schemas.microsoft.com/office/drawing/2014/main" id="{046ECAE5-3194-43BB-9A34-B58504C6B61B}"/>
              </a:ext>
            </a:extLst>
          </p:cNvPr>
          <p:cNvSpPr>
            <a:spLocks noGrp="1"/>
          </p:cNvSpPr>
          <p:nvPr>
            <p:ph type="body" idx="1"/>
          </p:nvPr>
        </p:nvSpPr>
        <p:spPr>
          <a:xfrm>
            <a:off x="870148" y="3962792"/>
            <a:ext cx="5221185" cy="2102108"/>
          </a:xfrm>
        </p:spPr>
        <p:txBody>
          <a:bodyPr vert="horz" lIns="91440" tIns="45720" rIns="91440" bIns="45720" rtlCol="0" anchor="t">
            <a:normAutofit/>
          </a:bodyPr>
          <a:lstStyle/>
          <a:p>
            <a:pPr algn="ctr"/>
            <a:r>
              <a:rPr lang="en-US" kern="1200" dirty="0">
                <a:solidFill>
                  <a:schemeClr val="tx1"/>
                </a:solidFill>
                <a:latin typeface="+mn-lt"/>
                <a:ea typeface="+mn-ea"/>
                <a:cs typeface="+mn-cs"/>
              </a:rPr>
              <a:t>Mathematics</a:t>
            </a:r>
          </a:p>
          <a:p>
            <a:pPr algn="ctr"/>
            <a:r>
              <a:rPr lang="en-US" kern="1200" dirty="0">
                <a:solidFill>
                  <a:schemeClr val="tx1"/>
                </a:solidFill>
                <a:latin typeface="+mn-lt"/>
                <a:ea typeface="+mn-ea"/>
                <a:cs typeface="+mn-cs"/>
              </a:rPr>
              <a:t>Algebra I (Traditional Pathway)</a:t>
            </a:r>
          </a:p>
          <a:p>
            <a:pPr algn="ctr"/>
            <a:r>
              <a:rPr lang="en-US" kern="1200" dirty="0">
                <a:solidFill>
                  <a:schemeClr val="tx1"/>
                </a:solidFill>
                <a:latin typeface="+mn-lt"/>
                <a:ea typeface="+mn-ea"/>
                <a:cs typeface="+mn-cs"/>
              </a:rPr>
              <a:t>Creating Equations (A-CED)</a:t>
            </a:r>
          </a:p>
        </p:txBody>
      </p:sp>
      <p:sp>
        <p:nvSpPr>
          <p:cNvPr id="14"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Graphic 8" descr="Circular Flowchart">
            <a:extLst>
              <a:ext uri="{FF2B5EF4-FFF2-40B4-BE49-F238E27FC236}">
                <a16:creationId xmlns:a16="http://schemas.microsoft.com/office/drawing/2014/main" id="{A2310E8B-C11C-4657-8B0E-52024131DD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93046" y="1209578"/>
            <a:ext cx="4055897" cy="4055897"/>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custDataLst>
      <p:tags r:id="rId1"/>
    </p:custDataLst>
    <p:extLst>
      <p:ext uri="{BB962C8B-B14F-4D97-AF65-F5344CB8AC3E}">
        <p14:creationId xmlns:p14="http://schemas.microsoft.com/office/powerpoint/2010/main" val="2688501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F56BD7B-1B0D-4D7D-A679-9F9BCDD34AFB}"/>
              </a:ext>
            </a:extLst>
          </p:cNvPr>
          <p:cNvSpPr>
            <a:spLocks noGrp="1"/>
          </p:cNvSpPr>
          <p:nvPr>
            <p:ph type="title"/>
          </p:nvPr>
        </p:nvSpPr>
        <p:spPr>
          <a:xfrm>
            <a:off x="838200" y="963507"/>
            <a:ext cx="3494362" cy="4930986"/>
          </a:xfrm>
        </p:spPr>
        <p:txBody>
          <a:bodyPr>
            <a:normAutofit/>
          </a:bodyPr>
          <a:lstStyle/>
          <a:p>
            <a:pPr algn="r"/>
            <a:r>
              <a:rPr lang="en-US">
                <a:solidFill>
                  <a:schemeClr val="accent1"/>
                </a:solidFill>
              </a:rPr>
              <a:t>Standard 2 Concepts &amp; Skills</a:t>
            </a:r>
          </a:p>
        </p:txBody>
      </p:sp>
      <p:cxnSp>
        <p:nvCxnSpPr>
          <p:cNvPr id="14" name="Straight Connector 13">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7B6DF6C6-8AD7-4518-BA46-148E6800913F}"/>
              </a:ext>
            </a:extLst>
          </p:cNvPr>
          <p:cNvSpPr>
            <a:spLocks noGrp="1"/>
          </p:cNvSpPr>
          <p:nvPr>
            <p:ph sz="half" idx="1"/>
          </p:nvPr>
        </p:nvSpPr>
        <p:spPr>
          <a:xfrm>
            <a:off x="4976030" y="963507"/>
            <a:ext cx="6250940" cy="2304627"/>
          </a:xfrm>
        </p:spPr>
        <p:txBody>
          <a:bodyPr anchor="b">
            <a:normAutofit lnSpcReduction="10000"/>
          </a:bodyPr>
          <a:lstStyle/>
          <a:p>
            <a:pPr marL="0" indent="0">
              <a:buNone/>
            </a:pPr>
            <a:r>
              <a:rPr lang="en-US" sz="2000" dirty="0"/>
              <a:t>Concepts</a:t>
            </a:r>
          </a:p>
          <a:p>
            <a:pPr marL="514350" indent="-514350">
              <a:buFont typeface="+mj-lt"/>
              <a:buAutoNum type="arabicPeriod"/>
            </a:pPr>
            <a:r>
              <a:rPr lang="en-US" sz="2000" dirty="0"/>
              <a:t>Knowledge of equation forms to represent various relationships.</a:t>
            </a:r>
          </a:p>
          <a:p>
            <a:pPr marL="514350" indent="-514350">
              <a:buFont typeface="+mj-lt"/>
              <a:buAutoNum type="arabicPeriod"/>
            </a:pPr>
            <a:r>
              <a:rPr lang="en-US" sz="2000" dirty="0"/>
              <a:t>Understanding how to manipulate and rearrange equations to solve for variables. </a:t>
            </a:r>
          </a:p>
          <a:p>
            <a:pPr marL="514350" indent="-514350">
              <a:buFont typeface="+mj-lt"/>
              <a:buAutoNum type="arabicPeriod"/>
            </a:pPr>
            <a:r>
              <a:rPr lang="en-US" sz="2000" dirty="0"/>
              <a:t>Grasping the concept of representing real-world scenarios with equations.  </a:t>
            </a:r>
          </a:p>
        </p:txBody>
      </p:sp>
      <p:sp>
        <p:nvSpPr>
          <p:cNvPr id="7" name="Content Placeholder 6">
            <a:extLst>
              <a:ext uri="{FF2B5EF4-FFF2-40B4-BE49-F238E27FC236}">
                <a16:creationId xmlns:a16="http://schemas.microsoft.com/office/drawing/2014/main" id="{7C0D9260-FE1D-4579-B031-82E1990D48F4}"/>
              </a:ext>
            </a:extLst>
          </p:cNvPr>
          <p:cNvSpPr>
            <a:spLocks noGrp="1"/>
          </p:cNvSpPr>
          <p:nvPr>
            <p:ph sz="half" idx="2"/>
          </p:nvPr>
        </p:nvSpPr>
        <p:spPr>
          <a:xfrm>
            <a:off x="4976030" y="3589866"/>
            <a:ext cx="6250940" cy="2304628"/>
          </a:xfrm>
        </p:spPr>
        <p:txBody>
          <a:bodyPr>
            <a:normAutofit lnSpcReduction="10000"/>
          </a:bodyPr>
          <a:lstStyle/>
          <a:p>
            <a:pPr marL="0" indent="0">
              <a:buNone/>
            </a:pPr>
            <a:r>
              <a:rPr lang="en-US" sz="2000" dirty="0"/>
              <a:t>Skills</a:t>
            </a:r>
          </a:p>
          <a:p>
            <a:pPr marL="514350" indent="-514350">
              <a:buFont typeface="+mj-lt"/>
              <a:buAutoNum type="arabicPeriod"/>
            </a:pPr>
            <a:r>
              <a:rPr lang="en-US" sz="2000" dirty="0"/>
              <a:t>Developing equations in one or multiple variables from real-world contexts.</a:t>
            </a:r>
          </a:p>
          <a:p>
            <a:pPr marL="514350" indent="-514350">
              <a:buFont typeface="+mj-lt"/>
              <a:buAutoNum type="arabicPeriod"/>
            </a:pPr>
            <a:r>
              <a:rPr lang="en-US" sz="2000" dirty="0"/>
              <a:t>Rearranging and solving equations and inequalities.</a:t>
            </a:r>
          </a:p>
          <a:p>
            <a:pPr marL="514350" indent="-514350">
              <a:buFont typeface="+mj-lt"/>
              <a:buAutoNum type="arabicPeriod"/>
            </a:pPr>
            <a:r>
              <a:rPr lang="en-US" sz="2000" dirty="0"/>
              <a:t>Interpreting the solution of equations and inequalities in context.</a:t>
            </a:r>
          </a:p>
        </p:txBody>
      </p:sp>
    </p:spTree>
    <p:custDataLst>
      <p:tags r:id="rId1"/>
    </p:custDataLst>
    <p:extLst>
      <p:ext uri="{BB962C8B-B14F-4D97-AF65-F5344CB8AC3E}">
        <p14:creationId xmlns:p14="http://schemas.microsoft.com/office/powerpoint/2010/main" val="301455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lstStyle/>
          <a:p>
            <a:r>
              <a:rPr lang="en-US" dirty="0"/>
              <a:t>Concept 1: Knowledge of equation forms to represent various relationships.</a:t>
            </a:r>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Students who have mastered the concept of different equation forms used to represent various relationships would be able to select and apply the appropriate equation form—linear, quadratic, exponential, or other forms—to model and solve both mathematical and real-world problems accurately. </a:t>
            </a:r>
          </a:p>
          <a:p>
            <a:pPr marL="0" indent="0">
              <a:buNone/>
            </a:pPr>
            <a:r>
              <a:rPr lang="en-US" dirty="0"/>
              <a:t>This ability demonstrates a deep understanding of how different equations can describe various types of relationships.</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Correctly identifying and utilizing the appropriate equation to model a relationship is vital in solving real-world and mathematical problems. </a:t>
            </a:r>
          </a:p>
          <a:p>
            <a:pPr marL="0" indent="0">
              <a:buNone/>
            </a:pPr>
            <a:r>
              <a:rPr lang="en-US" dirty="0"/>
              <a:t>It is a key objective of Algebra I, which tests procedural competency and conceptual understanding. </a:t>
            </a:r>
          </a:p>
          <a:p>
            <a:pPr marL="0" indent="0">
              <a:buNone/>
            </a:pPr>
            <a:r>
              <a:rPr lang="en-US" dirty="0"/>
              <a:t>This skill enables students to recognize the fundamental structure of problems and select the best mathematical tools for their resolution. </a:t>
            </a:r>
          </a:p>
          <a:p>
            <a:pPr marL="0" indent="0">
              <a:buNone/>
            </a:pPr>
            <a:r>
              <a:rPr lang="en-US" dirty="0"/>
              <a:t>The criterion reflects the level of comprehension expected from students, ensuring that they are well-equipped for more complex mathematical concepts and applications.</a:t>
            </a:r>
          </a:p>
        </p:txBody>
      </p:sp>
    </p:spTree>
    <p:custDataLst>
      <p:tags r:id="rId1"/>
    </p:custDataLst>
    <p:extLst>
      <p:ext uri="{BB962C8B-B14F-4D97-AF65-F5344CB8AC3E}">
        <p14:creationId xmlns:p14="http://schemas.microsoft.com/office/powerpoint/2010/main" val="3681317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B6F3-161E-C923-69CC-FE0EC37E7D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E46B3E-1E67-4D01-3988-211A83A9B9B7}"/>
              </a:ext>
            </a:extLst>
          </p:cNvPr>
          <p:cNvSpPr>
            <a:spLocks noGrp="1"/>
          </p:cNvSpPr>
          <p:nvPr>
            <p:ph type="title"/>
          </p:nvPr>
        </p:nvSpPr>
        <p:spPr/>
        <p:txBody>
          <a:bodyPr>
            <a:normAutofit fontScale="90000"/>
          </a:bodyPr>
          <a:lstStyle/>
          <a:p>
            <a:r>
              <a:rPr lang="en-US" dirty="0"/>
              <a:t>Concept 2: Understanding how to manipulate and rearrange equations to solve for variables.</a:t>
            </a:r>
          </a:p>
        </p:txBody>
      </p:sp>
      <p:sp>
        <p:nvSpPr>
          <p:cNvPr id="8" name="Text Placeholder 7">
            <a:extLst>
              <a:ext uri="{FF2B5EF4-FFF2-40B4-BE49-F238E27FC236}">
                <a16:creationId xmlns:a16="http://schemas.microsoft.com/office/drawing/2014/main" id="{2FF08B9E-EFC8-7642-4DA7-3C92E83919CE}"/>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6B559EA2-DC3B-FAA1-1A80-DBE83CB978DF}"/>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The ability to manipulate and rearrange equations is crucial for students to advance in mathematics, as it forms the foundation of algebra and higher-level math. </a:t>
            </a:r>
          </a:p>
          <a:p>
            <a:pPr marL="0" indent="0">
              <a:buNone/>
            </a:pPr>
            <a:r>
              <a:rPr lang="en-US" dirty="0"/>
              <a:t>Solving problems effectively by isolating variables, simplifying equations, and ultimately finding solutions is essential. </a:t>
            </a:r>
          </a:p>
          <a:p>
            <a:pPr marL="0" indent="0">
              <a:buNone/>
            </a:pPr>
            <a:r>
              <a:rPr lang="en-US" dirty="0"/>
              <a:t>This skill demonstrates procedural knowledge and a deeper understanding of algebraic relationships and the properties of equality, which are foundational concepts in the study of algebra.</a:t>
            </a:r>
          </a:p>
        </p:txBody>
      </p:sp>
      <p:sp>
        <p:nvSpPr>
          <p:cNvPr id="9" name="Text Placeholder 8">
            <a:extLst>
              <a:ext uri="{FF2B5EF4-FFF2-40B4-BE49-F238E27FC236}">
                <a16:creationId xmlns:a16="http://schemas.microsoft.com/office/drawing/2014/main" id="{B1EA500F-BE11-FB90-9945-EC6A67A32A8E}"/>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4E91F18D-5513-54CE-7DB5-5E0778C1D843}"/>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This skill is fundamental for algebraic reasoning and problem-solving. It enables students to tackle and solve a variety of mathematical problems. </a:t>
            </a:r>
          </a:p>
          <a:p>
            <a:pPr marL="0" indent="0">
              <a:buNone/>
            </a:pPr>
            <a:r>
              <a:rPr lang="en-US" dirty="0"/>
              <a:t>The criterion reflects the curriculum's objective of developing students' algebraic fluency and their comprehension of the mathematical structures underlying equations. </a:t>
            </a:r>
          </a:p>
          <a:p>
            <a:pPr marL="0" indent="0">
              <a:buNone/>
            </a:pPr>
            <a:r>
              <a:rPr lang="en-US" dirty="0"/>
              <a:t>It guarantees that students can execute algebraic manipulations and understand the reasoning behind these operations while preparing them for more intricate mathematical tasks and applications. </a:t>
            </a:r>
          </a:p>
          <a:p>
            <a:pPr marL="0" indent="0">
              <a:buNone/>
            </a:pPr>
            <a:r>
              <a:rPr lang="en-US" dirty="0"/>
              <a:t>This ability is crucial for success in algebra and beyond. It serves as a building block for higher mathematical thinking and analysis.</a:t>
            </a:r>
          </a:p>
        </p:txBody>
      </p:sp>
    </p:spTree>
    <p:custDataLst>
      <p:tags r:id="rId1"/>
    </p:custDataLst>
    <p:extLst>
      <p:ext uri="{BB962C8B-B14F-4D97-AF65-F5344CB8AC3E}">
        <p14:creationId xmlns:p14="http://schemas.microsoft.com/office/powerpoint/2010/main" val="2634712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3A87D-7C96-C8C3-A7D9-84B6E9F07B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8CF6B7-4129-433F-CFA0-87F06C46F047}"/>
              </a:ext>
            </a:extLst>
          </p:cNvPr>
          <p:cNvSpPr>
            <a:spLocks noGrp="1"/>
          </p:cNvSpPr>
          <p:nvPr>
            <p:ph type="title"/>
          </p:nvPr>
        </p:nvSpPr>
        <p:spPr/>
        <p:txBody>
          <a:bodyPr>
            <a:normAutofit fontScale="90000"/>
          </a:bodyPr>
          <a:lstStyle/>
          <a:p>
            <a:r>
              <a:rPr lang="en-US" dirty="0"/>
              <a:t>Concept 3: Grasping the concept of representing real-world scenarios with equations.</a:t>
            </a:r>
          </a:p>
        </p:txBody>
      </p:sp>
      <p:sp>
        <p:nvSpPr>
          <p:cNvPr id="8" name="Text Placeholder 7">
            <a:extLst>
              <a:ext uri="{FF2B5EF4-FFF2-40B4-BE49-F238E27FC236}">
                <a16:creationId xmlns:a16="http://schemas.microsoft.com/office/drawing/2014/main" id="{C136FD7D-5266-33BF-6AC5-8765416BF9A3}"/>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6CAEB742-AC2C-7506-E6F7-739C8416852E}"/>
              </a:ext>
            </a:extLst>
          </p:cNvPr>
          <p:cNvSpPr>
            <a:spLocks noGrp="1"/>
          </p:cNvSpPr>
          <p:nvPr>
            <p:ph sz="half" idx="2"/>
          </p:nvPr>
        </p:nvSpPr>
        <p:spPr>
          <a:xfrm>
            <a:off x="839788" y="2163879"/>
            <a:ext cx="3418313" cy="4025784"/>
          </a:xfrm>
          <a:ln>
            <a:solidFill>
              <a:schemeClr val="accent1"/>
            </a:solidFill>
          </a:ln>
        </p:spPr>
        <p:txBody>
          <a:bodyPr>
            <a:normAutofit fontScale="62500" lnSpcReduction="20000"/>
          </a:bodyPr>
          <a:lstStyle/>
          <a:p>
            <a:pPr marL="0" indent="0">
              <a:buNone/>
            </a:pPr>
            <a:r>
              <a:rPr lang="en-US" dirty="0"/>
              <a:t>Achieving mastery in this field enables students to connect theoretical mathematical concepts with practical, real-world problems, empowering them to create and apply equations to describe and solve such scenarios. </a:t>
            </a:r>
          </a:p>
          <a:p>
            <a:pPr marL="0" indent="0">
              <a:buNone/>
            </a:pPr>
            <a:r>
              <a:rPr lang="en-US" dirty="0"/>
              <a:t>This capability demonstrates a thorough comprehension of mathematics as a valuable tool for interpretation, analysis, and decision-making in diverse contexts, which is in line with the curriculum's objectives of preparing students for advanced mathematical studies and real-life problem-solving.</a:t>
            </a:r>
          </a:p>
        </p:txBody>
      </p:sp>
      <p:sp>
        <p:nvSpPr>
          <p:cNvPr id="9" name="Text Placeholder 8">
            <a:extLst>
              <a:ext uri="{FF2B5EF4-FFF2-40B4-BE49-F238E27FC236}">
                <a16:creationId xmlns:a16="http://schemas.microsoft.com/office/drawing/2014/main" id="{1435FB8C-4BE1-5EC9-B491-174D04663CB3}"/>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42EAA754-9846-8277-5592-2CA508C9858B}"/>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62500" lnSpcReduction="20000"/>
          </a:bodyPr>
          <a:lstStyle/>
          <a:p>
            <a:pPr marL="0" indent="0">
              <a:buNone/>
            </a:pPr>
            <a:r>
              <a:rPr lang="en-US" dirty="0"/>
              <a:t>The ability to apply algebraic concepts in real-world situations is crucial for students to recognize the practical relevance of mathematics beyond the classroom. </a:t>
            </a:r>
          </a:p>
          <a:p>
            <a:pPr marL="0" indent="0">
              <a:buNone/>
            </a:pPr>
            <a:r>
              <a:rPr lang="en-US" dirty="0"/>
              <a:t>It requires not only the capacity to create equations but also the comprehension of how these equations can be utilized to model and analyze daily life scenarios, scientific phenomena, financial matters, and more. </a:t>
            </a:r>
          </a:p>
          <a:p>
            <a:pPr marL="0" indent="0">
              <a:buNone/>
            </a:pPr>
            <a:r>
              <a:rPr lang="en-US" dirty="0"/>
              <a:t>Proficiency in this area indicates that students can merge their mathematical knowledge with their understanding of the world, a vital skill for success in further mathematical studies and in making informed decisions in their personal and professional lives. </a:t>
            </a:r>
          </a:p>
          <a:p>
            <a:pPr marL="0" indent="0">
              <a:buNone/>
            </a:pPr>
            <a:r>
              <a:rPr lang="en-US" dirty="0"/>
              <a:t>This standard ensures that students are honing their mathematical skills and ability to practice these skills in various contexts.</a:t>
            </a:r>
          </a:p>
        </p:txBody>
      </p:sp>
    </p:spTree>
    <p:custDataLst>
      <p:tags r:id="rId1"/>
    </p:custDataLst>
    <p:extLst>
      <p:ext uri="{BB962C8B-B14F-4D97-AF65-F5344CB8AC3E}">
        <p14:creationId xmlns:p14="http://schemas.microsoft.com/office/powerpoint/2010/main" val="2020031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lstStyle/>
          <a:p>
            <a:r>
              <a:rPr lang="en-US" dirty="0"/>
              <a:t>Skill 1: Developing equations in one or multiple variables from real-world contexts.</a:t>
            </a:r>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 who has mastered the skill of developing equations in one or multiple variables from real-world contexts will be able to accurately interpret real-world situations, identify relevant variables, and formulate appropriate equations that model these situations. </a:t>
            </a:r>
          </a:p>
          <a:p>
            <a:pPr marL="0" indent="0">
              <a:buNone/>
            </a:pPr>
            <a:r>
              <a:rPr lang="en-US" dirty="0"/>
              <a:t>This reflects a deep understanding of the relationships between the variables involved.</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A deep understanding of algebraic principles and the ability to interpret real-world situations into mathematical terms are necessary to create accurate equations that model real-world scenarios. </a:t>
            </a:r>
          </a:p>
          <a:p>
            <a:pPr marL="0" indent="0">
              <a:buNone/>
            </a:pPr>
            <a:r>
              <a:rPr lang="en-US" dirty="0"/>
              <a:t>This ensures that students learn algebraic techniques and develop critical thinking skills that are important in applying these techniques creatively and effectively in various contexts. </a:t>
            </a:r>
          </a:p>
          <a:p>
            <a:pPr marL="0" indent="0">
              <a:buNone/>
            </a:pPr>
            <a:r>
              <a:rPr lang="en-US" dirty="0"/>
              <a:t>Such skills will prepare them for further studies and real-life problem-solving.</a:t>
            </a:r>
          </a:p>
        </p:txBody>
      </p:sp>
    </p:spTree>
    <p:custDataLst>
      <p:tags r:id="rId1"/>
    </p:custDataLst>
    <p:extLst>
      <p:ext uri="{BB962C8B-B14F-4D97-AF65-F5344CB8AC3E}">
        <p14:creationId xmlns:p14="http://schemas.microsoft.com/office/powerpoint/2010/main" val="1693179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33AB3-805C-ED36-EB7A-313592A940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974168-03E5-B1AF-90D8-82B4DF6F5984}"/>
              </a:ext>
            </a:extLst>
          </p:cNvPr>
          <p:cNvSpPr>
            <a:spLocks noGrp="1"/>
          </p:cNvSpPr>
          <p:nvPr>
            <p:ph type="title"/>
          </p:nvPr>
        </p:nvSpPr>
        <p:spPr/>
        <p:txBody>
          <a:bodyPr/>
          <a:lstStyle/>
          <a:p>
            <a:r>
              <a:rPr lang="en-US" dirty="0"/>
              <a:t>Skill 2: Rearranging and solving equations and inequalities.</a:t>
            </a:r>
          </a:p>
        </p:txBody>
      </p:sp>
      <p:sp>
        <p:nvSpPr>
          <p:cNvPr id="8" name="Text Placeholder 7">
            <a:extLst>
              <a:ext uri="{FF2B5EF4-FFF2-40B4-BE49-F238E27FC236}">
                <a16:creationId xmlns:a16="http://schemas.microsoft.com/office/drawing/2014/main" id="{1DA13B0E-9BA4-68F4-1515-7A3B8152B89E}"/>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71E20C31-E557-0D83-A3A6-2CDFD2011427}"/>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mastery of rearranging and solving equations and inequalities will be demonstrated by their consistent ability to manipulate and solve various equations and inequalities strategically. </a:t>
            </a:r>
          </a:p>
          <a:p>
            <a:pPr marL="0" indent="0">
              <a:buNone/>
            </a:pPr>
            <a:r>
              <a:rPr lang="en-US" dirty="0"/>
              <a:t>They should apply appropriate algebraic principles to find accurate solutions and interpret these solutions within the context of the problem.</a:t>
            </a:r>
          </a:p>
        </p:txBody>
      </p:sp>
      <p:sp>
        <p:nvSpPr>
          <p:cNvPr id="9" name="Text Placeholder 8">
            <a:extLst>
              <a:ext uri="{FF2B5EF4-FFF2-40B4-BE49-F238E27FC236}">
                <a16:creationId xmlns:a16="http://schemas.microsoft.com/office/drawing/2014/main" id="{0C0C0715-19FE-0A89-2559-3ED2656D1B97}"/>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719C170E-7B12-6858-B53E-0CB6E2E76F0B}"/>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Proficiency in this area is an indication that a student has a deep understanding of algebraic structures and can use algebra as a tool to solve problems in various contexts. </a:t>
            </a:r>
          </a:p>
          <a:p>
            <a:pPr marL="0" indent="0">
              <a:buNone/>
            </a:pPr>
            <a:r>
              <a:rPr lang="en-US" dirty="0"/>
              <a:t>This criterion ensures that students not only excel in algebraic computations but also develop critical thinking and problem-solving skills, which are essential for success in mathematics and other analytical tasks they may encounter in their future academic and professional lives.</a:t>
            </a:r>
          </a:p>
        </p:txBody>
      </p:sp>
    </p:spTree>
    <p:custDataLst>
      <p:tags r:id="rId1"/>
    </p:custDataLst>
    <p:extLst>
      <p:ext uri="{BB962C8B-B14F-4D97-AF65-F5344CB8AC3E}">
        <p14:creationId xmlns:p14="http://schemas.microsoft.com/office/powerpoint/2010/main" val="3157567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1AC5-F94A-B39E-0498-6E11027109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EC610E-53D8-5038-7583-D996B4B61F70}"/>
              </a:ext>
            </a:extLst>
          </p:cNvPr>
          <p:cNvSpPr>
            <a:spLocks noGrp="1"/>
          </p:cNvSpPr>
          <p:nvPr>
            <p:ph type="title"/>
          </p:nvPr>
        </p:nvSpPr>
        <p:spPr/>
        <p:txBody>
          <a:bodyPr/>
          <a:lstStyle/>
          <a:p>
            <a:r>
              <a:rPr lang="en-US" dirty="0"/>
              <a:t>Skill 3: Interpreting the solution of equations and inequalities in context.</a:t>
            </a:r>
          </a:p>
        </p:txBody>
      </p:sp>
      <p:sp>
        <p:nvSpPr>
          <p:cNvPr id="8" name="Text Placeholder 7">
            <a:extLst>
              <a:ext uri="{FF2B5EF4-FFF2-40B4-BE49-F238E27FC236}">
                <a16:creationId xmlns:a16="http://schemas.microsoft.com/office/drawing/2014/main" id="{418A04F6-6AAA-C947-B355-8671B467F43A}"/>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DCACE484-7E68-A6E7-EBFB-D97A79731541}"/>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A student who has mastered the skill of interpreting the solutions of equations and inequalities in a real-world context would be able to solve mathematical problems accurately and explain the significance of the solutions in relation to the original problem. </a:t>
            </a:r>
          </a:p>
          <a:p>
            <a:pPr marL="0" indent="0">
              <a:buNone/>
            </a:pPr>
            <a:r>
              <a:rPr lang="en-US" dirty="0"/>
              <a:t>This ability to link mathematical outcomes with their practical implications is crucial for demonstrating a deep understanding of the subject.</a:t>
            </a:r>
          </a:p>
        </p:txBody>
      </p:sp>
      <p:sp>
        <p:nvSpPr>
          <p:cNvPr id="9" name="Text Placeholder 8">
            <a:extLst>
              <a:ext uri="{FF2B5EF4-FFF2-40B4-BE49-F238E27FC236}">
                <a16:creationId xmlns:a16="http://schemas.microsoft.com/office/drawing/2014/main" id="{B516BE4D-B073-2BC9-5E87-5E2294990664}"/>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BD9C661A-483A-7BB6-66A2-007C38ABBD6E}"/>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This skill serves as a link between abstract mathematical concepts and their practical applications, emphasizing the significance of understanding the outcomes of mathematical processes. </a:t>
            </a:r>
          </a:p>
          <a:p>
            <a:pPr marL="0" indent="0">
              <a:buNone/>
            </a:pPr>
            <a:r>
              <a:rPr lang="en-US" dirty="0"/>
              <a:t>Proficiency in this area showcases a student's ability to utilize mathematical reasoning to comprehend real-life situations, an essential skill for mathematical comprehension and problem-solving in different contexts. </a:t>
            </a:r>
          </a:p>
          <a:p>
            <a:pPr marL="0" indent="0">
              <a:buNone/>
            </a:pPr>
            <a:r>
              <a:rPr lang="en-US" dirty="0"/>
              <a:t>This standard ensures that students are skilled not only in solving equations and inequalities but also in comprehending and communicating the relevance of their solutions, preparing them for well-informed decision-making and further mathematical exploration.</a:t>
            </a:r>
          </a:p>
        </p:txBody>
      </p:sp>
    </p:spTree>
    <p:custDataLst>
      <p:tags r:id="rId1"/>
    </p:custDataLst>
    <p:extLst>
      <p:ext uri="{BB962C8B-B14F-4D97-AF65-F5344CB8AC3E}">
        <p14:creationId xmlns:p14="http://schemas.microsoft.com/office/powerpoint/2010/main" val="3758813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a:xfrm>
            <a:off x="6769570" y="530578"/>
            <a:ext cx="4771178" cy="1160110"/>
          </a:xfrm>
        </p:spPr>
        <p:txBody>
          <a:bodyPr>
            <a:normAutofit/>
          </a:bodyPr>
          <a:lstStyle/>
          <a:p>
            <a:r>
              <a:rPr lang="en-US"/>
              <a:t>Standard 2 Rubric</a:t>
            </a:r>
          </a:p>
        </p:txBody>
      </p:sp>
      <p:pic>
        <p:nvPicPr>
          <p:cNvPr id="10" name="Graphic 9" descr="Teamwork">
            <a:extLst>
              <a:ext uri="{FF2B5EF4-FFF2-40B4-BE49-F238E27FC236}">
                <a16:creationId xmlns:a16="http://schemas.microsoft.com/office/drawing/2014/main" id="{513AECD1-E3AA-4F4C-9712-E8E23C57DD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199" y="652458"/>
            <a:ext cx="5440195" cy="5440195"/>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5" name="Arc 14">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47D485D2-68C8-E4A1-8234-7358D09C1118}"/>
              </a:ext>
            </a:extLst>
          </p:cNvPr>
          <p:cNvGraphicFramePr>
            <a:graphicFrameLocks noGrp="1"/>
          </p:cNvGraphicFramePr>
          <p:nvPr>
            <p:ph idx="1"/>
            <p:extLst>
              <p:ext uri="{D42A27DB-BD31-4B8C-83A1-F6EECF244321}">
                <p14:modId xmlns:p14="http://schemas.microsoft.com/office/powerpoint/2010/main" val="3157823527"/>
              </p:ext>
            </p:extLst>
          </p:nvPr>
        </p:nvGraphicFramePr>
        <p:xfrm>
          <a:off x="838200" y="1825625"/>
          <a:ext cx="10515600" cy="4274185"/>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637950916"/>
                    </a:ext>
                  </a:extLst>
                </a:gridCol>
                <a:gridCol w="2103120">
                  <a:extLst>
                    <a:ext uri="{9D8B030D-6E8A-4147-A177-3AD203B41FA5}">
                      <a16:colId xmlns:a16="http://schemas.microsoft.com/office/drawing/2014/main" val="761827228"/>
                    </a:ext>
                  </a:extLst>
                </a:gridCol>
                <a:gridCol w="2103120">
                  <a:extLst>
                    <a:ext uri="{9D8B030D-6E8A-4147-A177-3AD203B41FA5}">
                      <a16:colId xmlns:a16="http://schemas.microsoft.com/office/drawing/2014/main" val="2804100128"/>
                    </a:ext>
                  </a:extLst>
                </a:gridCol>
                <a:gridCol w="2103120">
                  <a:extLst>
                    <a:ext uri="{9D8B030D-6E8A-4147-A177-3AD203B41FA5}">
                      <a16:colId xmlns:a16="http://schemas.microsoft.com/office/drawing/2014/main" val="1739504933"/>
                    </a:ext>
                  </a:extLst>
                </a:gridCol>
                <a:gridCol w="2103120">
                  <a:extLst>
                    <a:ext uri="{9D8B030D-6E8A-4147-A177-3AD203B41FA5}">
                      <a16:colId xmlns:a16="http://schemas.microsoft.com/office/drawing/2014/main" val="2634482550"/>
                    </a:ext>
                  </a:extLst>
                </a:gridCol>
              </a:tblGrid>
              <a:tr h="370840">
                <a:tc>
                  <a:txBody>
                    <a:bodyPr/>
                    <a:lstStyle/>
                    <a:p>
                      <a:pPr algn="l" fontAlgn="ctr"/>
                      <a:r>
                        <a:rPr lang="en-US" sz="1100" b="1" i="0" u="none" strike="noStrike" dirty="0">
                          <a:solidFill>
                            <a:srgbClr val="FFFFFF"/>
                          </a:solidFill>
                          <a:effectLst/>
                          <a:latin typeface="Calibri" panose="020F0502020204030204" pitchFamily="34" charset="0"/>
                        </a:rPr>
                        <a:t>Criteria</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Highly Developed (4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Developed (3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Emerging (2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Initial (1 point)</a:t>
                      </a:r>
                    </a:p>
                  </a:txBody>
                  <a:tcPr marL="9525" marR="9525" marT="9525" marB="0" anchor="ctr"/>
                </a:tc>
                <a:extLst>
                  <a:ext uri="{0D108BD9-81ED-4DB2-BD59-A6C34878D82A}">
                    <a16:rowId xmlns:a16="http://schemas.microsoft.com/office/drawing/2014/main" val="388162486"/>
                  </a:ext>
                </a:extLst>
              </a:tr>
              <a:tr h="370840">
                <a:tc>
                  <a:txBody>
                    <a:bodyPr/>
                    <a:lstStyle/>
                    <a:p>
                      <a:pPr algn="l" fontAlgn="ctr"/>
                      <a:r>
                        <a:rPr lang="en-US" sz="1100" b="0" i="0" u="none" strike="noStrike">
                          <a:solidFill>
                            <a:srgbClr val="202122"/>
                          </a:solidFill>
                          <a:effectLst/>
                          <a:latin typeface="Calibri" panose="020F0502020204030204" pitchFamily="34" charset="0"/>
                        </a:rPr>
                        <a:t>Knowledge of Equation Forms to Represent Various Relationships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Demonstrates an exceptional ability to choose the correct equation form for various types of relationships and accurately models complex real-world scenarios.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competence in selecting appropriate equation forms for most relationships, with minor errors or oversimplifications in modeling.</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Exhibits basic knowledge of equation forms but struggles with applying them correctly to model relationships.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difficulty understanding and applying different equation forms to represent relationships.</a:t>
                      </a:r>
                    </a:p>
                  </a:txBody>
                  <a:tcPr marL="9525" marR="9525" marT="9525" marB="0" anchor="ctr"/>
                </a:tc>
                <a:extLst>
                  <a:ext uri="{0D108BD9-81ED-4DB2-BD59-A6C34878D82A}">
                    <a16:rowId xmlns:a16="http://schemas.microsoft.com/office/drawing/2014/main" val="1347385207"/>
                  </a:ext>
                </a:extLst>
              </a:tr>
              <a:tr h="370840">
                <a:tc>
                  <a:txBody>
                    <a:bodyPr/>
                    <a:lstStyle/>
                    <a:p>
                      <a:pPr algn="l" fontAlgn="ctr"/>
                      <a:r>
                        <a:rPr lang="en-US" sz="1100" b="0" i="0" u="none" strike="noStrike">
                          <a:solidFill>
                            <a:srgbClr val="202122"/>
                          </a:solidFill>
                          <a:effectLst/>
                          <a:latin typeface="Calibri" panose="020F0502020204030204" pitchFamily="34" charset="0"/>
                        </a:rPr>
                        <a:t>Grasping the Concept of Representing Real-World Scenarios with Equations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Excellently identifies relevant variables and relationships in real-world scenarios and creates precise equations to model these situations.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Generally able to represent real-world scenarios with equations but may miss some nuances or complexity in the model.</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Demonstrates a limited ability to abstract real-world scenarios into equations, often missing key aspects.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Struggles significantly to understand and represent real-world scenarios with equations.</a:t>
                      </a:r>
                    </a:p>
                  </a:txBody>
                  <a:tcPr marL="9525" marR="9525" marT="9525" marB="0" anchor="ctr"/>
                </a:tc>
                <a:extLst>
                  <a:ext uri="{0D108BD9-81ED-4DB2-BD59-A6C34878D82A}">
                    <a16:rowId xmlns:a16="http://schemas.microsoft.com/office/drawing/2014/main" val="3270238548"/>
                  </a:ext>
                </a:extLst>
              </a:tr>
              <a:tr h="370840">
                <a:tc>
                  <a:txBody>
                    <a:bodyPr/>
                    <a:lstStyle/>
                    <a:p>
                      <a:pPr algn="l" fontAlgn="ctr"/>
                      <a:r>
                        <a:rPr lang="en-US" sz="1100" b="0" i="0" u="none" strike="noStrike">
                          <a:solidFill>
                            <a:srgbClr val="202122"/>
                          </a:solidFill>
                          <a:effectLst/>
                          <a:latin typeface="Calibri" panose="020F0502020204030204" pitchFamily="34" charset="0"/>
                        </a:rPr>
                        <a:t>Developing Equations in One or Multiple Variables from Real-World Contexts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Expertly formulates complex equations in one or multiple variables that accurately represent real-world contexts, showing depth in understanding.</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Formulates equations that mostly represent real-world contexts accurately but may have minor inaccuracies or simplifications.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 develop basic equations for simple contexts but struggles with complexity or multiple variables.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difficulty creating accurate equations, even in simple contexts, and fails to incorporate multiple variables effectively.</a:t>
                      </a:r>
                    </a:p>
                  </a:txBody>
                  <a:tcPr marL="9525" marR="9525" marT="9525" marB="0" anchor="ctr"/>
                </a:tc>
                <a:extLst>
                  <a:ext uri="{0D108BD9-81ED-4DB2-BD59-A6C34878D82A}">
                    <a16:rowId xmlns:a16="http://schemas.microsoft.com/office/drawing/2014/main" val="710257503"/>
                  </a:ext>
                </a:extLst>
              </a:tr>
              <a:tr h="370840">
                <a:tc>
                  <a:txBody>
                    <a:bodyPr/>
                    <a:lstStyle/>
                    <a:p>
                      <a:pPr algn="l" fontAlgn="ctr"/>
                      <a:r>
                        <a:rPr lang="en-US" sz="1100" b="0" i="0" u="none" strike="noStrike">
                          <a:solidFill>
                            <a:srgbClr val="202122"/>
                          </a:solidFill>
                          <a:effectLst/>
                          <a:latin typeface="Calibri" panose="020F0502020204030204" pitchFamily="34" charset="0"/>
                        </a:rPr>
                        <a:t>Rearranging and Solving Equations and Inequalities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Demonstrates mastery in rearranging and solving a wide range of equations and inequalities, providing accurate solutions within context.</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Successfully rearranges and solves equations and inequalities with occasional minor errors or inefficiencies in method.</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basic skills in rearranging and solving simple equations and inequalities but struggles with more complex ones.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Struggles significantly with rearranging and solving equations and inequalities, often resulting in incorrect solutions.</a:t>
                      </a:r>
                    </a:p>
                  </a:txBody>
                  <a:tcPr marL="9525" marR="9525" marT="9525" marB="0" anchor="ctr"/>
                </a:tc>
                <a:extLst>
                  <a:ext uri="{0D108BD9-81ED-4DB2-BD59-A6C34878D82A}">
                    <a16:rowId xmlns:a16="http://schemas.microsoft.com/office/drawing/2014/main" val="3867295866"/>
                  </a:ext>
                </a:extLst>
              </a:tr>
              <a:tr h="370840">
                <a:tc>
                  <a:txBody>
                    <a:bodyPr/>
                    <a:lstStyle/>
                    <a:p>
                      <a:pPr algn="l" fontAlgn="ctr"/>
                      <a:r>
                        <a:rPr lang="en-US" sz="1100" b="0" i="0" u="none" strike="noStrike">
                          <a:solidFill>
                            <a:srgbClr val="202122"/>
                          </a:solidFill>
                          <a:effectLst/>
                          <a:latin typeface="Calibri" panose="020F0502020204030204" pitchFamily="34" charset="0"/>
                        </a:rPr>
                        <a:t>Interpreting the Solution of Equations and Inequalities in Context</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Excellently interprets solutions, providing insightful explanations of their relevance and implications in the original context.</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Generally interprets solutions correctly but may miss deeper insights or implications of these solutions in context.</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Has a limited ability to interpret solutions, with understanding confined to basic implications.</a:t>
                      </a:r>
                    </a:p>
                  </a:txBody>
                  <a:tcPr marL="9525" marR="9525" marT="9525" marB="0" anchor="ctr"/>
                </a:tc>
                <a:tc>
                  <a:txBody>
                    <a:bodyPr/>
                    <a:lstStyle/>
                    <a:p>
                      <a:pPr algn="l" fontAlgn="ctr"/>
                      <a:r>
                        <a:rPr lang="en-US" sz="1100" b="0" i="0" u="none" strike="noStrike" dirty="0">
                          <a:solidFill>
                            <a:srgbClr val="000000"/>
                          </a:solidFill>
                          <a:effectLst/>
                          <a:latin typeface="Aptos Narrow" panose="020B0004020202020204" pitchFamily="34" charset="0"/>
                        </a:rPr>
                        <a:t>Demonstrates poor understanding of how to interpret solutions and their relevance to the context.</a:t>
                      </a:r>
                    </a:p>
                  </a:txBody>
                  <a:tcPr marL="9525" marR="9525" marT="9525" marB="0" anchor="ctr"/>
                </a:tc>
                <a:extLst>
                  <a:ext uri="{0D108BD9-81ED-4DB2-BD59-A6C34878D82A}">
                    <a16:rowId xmlns:a16="http://schemas.microsoft.com/office/drawing/2014/main" val="19407757"/>
                  </a:ext>
                </a:extLst>
              </a:tr>
            </a:tbl>
          </a:graphicData>
        </a:graphic>
      </p:graphicFrame>
    </p:spTree>
    <p:custDataLst>
      <p:tags r:id="rId1"/>
    </p:custDataLst>
    <p:extLst>
      <p:ext uri="{BB962C8B-B14F-4D97-AF65-F5344CB8AC3E}">
        <p14:creationId xmlns:p14="http://schemas.microsoft.com/office/powerpoint/2010/main" val="1890767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3">
            <a:extLst>
              <a:ext uri="{FF2B5EF4-FFF2-40B4-BE49-F238E27FC236}">
                <a16:creationId xmlns:a16="http://schemas.microsoft.com/office/drawing/2014/main" id="{A305D891-53EF-45F2-84A5-4ACB1B87BE0A}"/>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kern="1200">
                <a:solidFill>
                  <a:schemeClr val="tx1"/>
                </a:solidFill>
                <a:latin typeface="+mj-lt"/>
                <a:ea typeface="+mj-ea"/>
                <a:cs typeface="+mj-cs"/>
              </a:rPr>
              <a:t>Standard 3</a:t>
            </a:r>
          </a:p>
        </p:txBody>
      </p:sp>
      <p:sp>
        <p:nvSpPr>
          <p:cNvPr id="5" name="Text Placeholder 4">
            <a:extLst>
              <a:ext uri="{FF2B5EF4-FFF2-40B4-BE49-F238E27FC236}">
                <a16:creationId xmlns:a16="http://schemas.microsoft.com/office/drawing/2014/main" id="{046ECAE5-3194-43BB-9A34-B58504C6B61B}"/>
              </a:ext>
            </a:extLst>
          </p:cNvPr>
          <p:cNvSpPr>
            <a:spLocks noGrp="1"/>
          </p:cNvSpPr>
          <p:nvPr>
            <p:ph type="body" idx="1"/>
          </p:nvPr>
        </p:nvSpPr>
        <p:spPr>
          <a:xfrm>
            <a:off x="3315031" y="4076802"/>
            <a:ext cx="5561938" cy="1534587"/>
          </a:xfrm>
        </p:spPr>
        <p:txBody>
          <a:bodyPr vert="horz" lIns="91440" tIns="45720" rIns="91440" bIns="45720" rtlCol="0">
            <a:normAutofit/>
          </a:bodyPr>
          <a:lstStyle/>
          <a:p>
            <a:pPr algn="ctr"/>
            <a:r>
              <a:rPr lang="en-US" kern="1200" dirty="0">
                <a:solidFill>
                  <a:schemeClr val="tx1"/>
                </a:solidFill>
                <a:latin typeface="+mn-lt"/>
                <a:ea typeface="+mn-ea"/>
                <a:cs typeface="+mn-cs"/>
              </a:rPr>
              <a:t>Mathematics</a:t>
            </a:r>
          </a:p>
          <a:p>
            <a:pPr algn="ctr"/>
            <a:r>
              <a:rPr lang="en-US" kern="1200" dirty="0">
                <a:solidFill>
                  <a:schemeClr val="tx1"/>
                </a:solidFill>
                <a:latin typeface="+mn-lt"/>
                <a:ea typeface="+mn-ea"/>
                <a:cs typeface="+mn-cs"/>
              </a:rPr>
              <a:t>Algebra I (Traditional Pathway)</a:t>
            </a:r>
          </a:p>
          <a:p>
            <a:pPr algn="ctr"/>
            <a:r>
              <a:rPr lang="en-US" kern="1200" dirty="0">
                <a:solidFill>
                  <a:schemeClr val="tx1"/>
                </a:solidFill>
                <a:latin typeface="+mn-lt"/>
                <a:ea typeface="+mn-ea"/>
                <a:cs typeface="+mn-cs"/>
              </a:rPr>
              <a:t>Interpreting Functions (F-IF)</a:t>
            </a:r>
          </a:p>
        </p:txBody>
      </p:sp>
      <p:sp>
        <p:nvSpPr>
          <p:cNvPr id="18" name="Arc 17">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Oval 19">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09065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F56BD7B-1B0D-4D7D-A679-9F9BCDD34AFB}"/>
              </a:ext>
            </a:extLst>
          </p:cNvPr>
          <p:cNvSpPr>
            <a:spLocks noGrp="1"/>
          </p:cNvSpPr>
          <p:nvPr>
            <p:ph type="title"/>
          </p:nvPr>
        </p:nvSpPr>
        <p:spPr>
          <a:xfrm>
            <a:off x="838200" y="963507"/>
            <a:ext cx="3494362" cy="4930986"/>
          </a:xfrm>
        </p:spPr>
        <p:txBody>
          <a:bodyPr>
            <a:normAutofit/>
          </a:bodyPr>
          <a:lstStyle/>
          <a:p>
            <a:pPr algn="r"/>
            <a:r>
              <a:rPr lang="en-US" dirty="0">
                <a:solidFill>
                  <a:schemeClr val="accent1"/>
                </a:solidFill>
              </a:rPr>
              <a:t>Standard 3 Concepts &amp; Skills</a:t>
            </a:r>
          </a:p>
        </p:txBody>
      </p:sp>
      <p:cxnSp>
        <p:nvCxnSpPr>
          <p:cNvPr id="14" name="Straight Connector 13">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7B6DF6C6-8AD7-4518-BA46-148E6800913F}"/>
              </a:ext>
            </a:extLst>
          </p:cNvPr>
          <p:cNvSpPr>
            <a:spLocks noGrp="1"/>
          </p:cNvSpPr>
          <p:nvPr>
            <p:ph sz="half" idx="1"/>
          </p:nvPr>
        </p:nvSpPr>
        <p:spPr>
          <a:xfrm>
            <a:off x="4976030" y="963507"/>
            <a:ext cx="6250940" cy="2304627"/>
          </a:xfrm>
        </p:spPr>
        <p:txBody>
          <a:bodyPr anchor="b">
            <a:normAutofit lnSpcReduction="10000"/>
          </a:bodyPr>
          <a:lstStyle/>
          <a:p>
            <a:pPr marL="0" indent="0">
              <a:buNone/>
            </a:pPr>
            <a:r>
              <a:rPr lang="en-US" sz="2000" dirty="0"/>
              <a:t>Concepts</a:t>
            </a:r>
          </a:p>
          <a:p>
            <a:pPr marL="514350" indent="-514350">
              <a:buFont typeface="+mj-lt"/>
              <a:buAutoNum type="arabicPeriod"/>
            </a:pPr>
            <a:r>
              <a:rPr lang="en-US" sz="2000" dirty="0"/>
              <a:t>Understanding the definition and characteristics of a function.</a:t>
            </a:r>
          </a:p>
          <a:p>
            <a:pPr marL="514350" indent="-514350">
              <a:buFont typeface="+mj-lt"/>
              <a:buAutoNum type="arabicPeriod"/>
            </a:pPr>
            <a:r>
              <a:rPr lang="en-US" sz="2000" dirty="0"/>
              <a:t>Comprehension of different function representations and their purposes.</a:t>
            </a:r>
          </a:p>
          <a:p>
            <a:pPr marL="514350" indent="-514350">
              <a:buFont typeface="+mj-lt"/>
              <a:buAutoNum type="arabicPeriod"/>
            </a:pPr>
            <a:r>
              <a:rPr lang="en-US" sz="2000" dirty="0"/>
              <a:t>Knowledge of function features such as domain, range, intercepts, and rates of change.</a:t>
            </a:r>
          </a:p>
        </p:txBody>
      </p:sp>
      <p:sp>
        <p:nvSpPr>
          <p:cNvPr id="7" name="Content Placeholder 6">
            <a:extLst>
              <a:ext uri="{FF2B5EF4-FFF2-40B4-BE49-F238E27FC236}">
                <a16:creationId xmlns:a16="http://schemas.microsoft.com/office/drawing/2014/main" id="{7C0D9260-FE1D-4579-B031-82E1990D48F4}"/>
              </a:ext>
            </a:extLst>
          </p:cNvPr>
          <p:cNvSpPr>
            <a:spLocks noGrp="1"/>
          </p:cNvSpPr>
          <p:nvPr>
            <p:ph sz="half" idx="2"/>
          </p:nvPr>
        </p:nvSpPr>
        <p:spPr>
          <a:xfrm>
            <a:off x="4976030" y="3589866"/>
            <a:ext cx="6250940" cy="2304628"/>
          </a:xfrm>
        </p:spPr>
        <p:txBody>
          <a:bodyPr>
            <a:normAutofit lnSpcReduction="10000"/>
          </a:bodyPr>
          <a:lstStyle/>
          <a:p>
            <a:pPr marL="0" indent="0">
              <a:buNone/>
            </a:pPr>
            <a:r>
              <a:rPr lang="en-US" sz="2000" dirty="0"/>
              <a:t>Skills</a:t>
            </a:r>
          </a:p>
          <a:p>
            <a:pPr marL="514350" indent="-514350">
              <a:buFont typeface="+mj-lt"/>
              <a:buAutoNum type="arabicPeriod"/>
            </a:pPr>
            <a:r>
              <a:rPr lang="en-US" sz="2000" dirty="0"/>
              <a:t>Translating among different function representations.</a:t>
            </a:r>
          </a:p>
          <a:p>
            <a:pPr marL="514350" indent="-514350">
              <a:buFont typeface="+mj-lt"/>
              <a:buAutoNum type="arabicPeriod"/>
            </a:pPr>
            <a:r>
              <a:rPr lang="en-US" sz="2000" dirty="0"/>
              <a:t>Analyzing functions to identify key features and behaviors.</a:t>
            </a:r>
          </a:p>
          <a:p>
            <a:pPr marL="514350" indent="-514350">
              <a:buFont typeface="+mj-lt"/>
              <a:buAutoNum type="arabicPeriod"/>
            </a:pPr>
            <a:r>
              <a:rPr lang="en-US" sz="2000" dirty="0"/>
              <a:t>Graphing functions and identifying important features from their graphical representations.</a:t>
            </a:r>
          </a:p>
          <a:p>
            <a:pPr marL="514350" indent="-514350">
              <a:buFont typeface="+mj-lt"/>
              <a:buAutoNum type="arabicPeriod"/>
            </a:pPr>
            <a:endParaRPr lang="en-US" sz="2000" dirty="0"/>
          </a:p>
        </p:txBody>
      </p:sp>
    </p:spTree>
    <p:custDataLst>
      <p:tags r:id="rId1"/>
    </p:custDataLst>
    <p:extLst>
      <p:ext uri="{BB962C8B-B14F-4D97-AF65-F5344CB8AC3E}">
        <p14:creationId xmlns:p14="http://schemas.microsoft.com/office/powerpoint/2010/main" val="1203652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lstStyle/>
          <a:p>
            <a:r>
              <a:rPr lang="en-US" dirty="0"/>
              <a:t>Concept 1: Understanding the definition and characteristics of a function.</a:t>
            </a:r>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mastery in understanding the definition and characteristics of a function would be demonstrated by their ability to accurately describe a function's domain, range, and its unique assignment of each element in the domain to a single element in the range. </a:t>
            </a:r>
          </a:p>
          <a:p>
            <a:pPr marL="0" indent="0">
              <a:buNone/>
            </a:pPr>
            <a:r>
              <a:rPr lang="en-US" dirty="0"/>
              <a:t>They should also be able to apply this understanding in identifying functions from various representations.</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The ability to accurately describe and identify functions based on their domain, range, and unique assignment of values is fundamental to working with mathematical models and solving problems. </a:t>
            </a:r>
          </a:p>
          <a:p>
            <a:pPr marL="0" indent="0">
              <a:buNone/>
            </a:pPr>
            <a:r>
              <a:rPr lang="en-US" dirty="0"/>
              <a:t>This criterion ensures that students grasp these essential aspects, providing a solid foundation for further exploration of functions and their applications in various contexts, aligning with educational standards and objectives.</a:t>
            </a:r>
          </a:p>
        </p:txBody>
      </p:sp>
    </p:spTree>
    <p:custDataLst>
      <p:tags r:id="rId1"/>
    </p:custDataLst>
    <p:extLst>
      <p:ext uri="{BB962C8B-B14F-4D97-AF65-F5344CB8AC3E}">
        <p14:creationId xmlns:p14="http://schemas.microsoft.com/office/powerpoint/2010/main" val="3752940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EBF81-02CB-0C1E-9A49-9B96A228A1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E3C21B1-F438-EFBF-3005-0CE5C83AF982}"/>
              </a:ext>
            </a:extLst>
          </p:cNvPr>
          <p:cNvSpPr>
            <a:spLocks noGrp="1"/>
          </p:cNvSpPr>
          <p:nvPr>
            <p:ph type="title"/>
          </p:nvPr>
        </p:nvSpPr>
        <p:spPr/>
        <p:txBody>
          <a:bodyPr/>
          <a:lstStyle/>
          <a:p>
            <a:r>
              <a:rPr lang="en-US" dirty="0"/>
              <a:t>Concept 2: Comprehension of different function representations and their purposes.</a:t>
            </a:r>
          </a:p>
        </p:txBody>
      </p:sp>
      <p:sp>
        <p:nvSpPr>
          <p:cNvPr id="8" name="Text Placeholder 7">
            <a:extLst>
              <a:ext uri="{FF2B5EF4-FFF2-40B4-BE49-F238E27FC236}">
                <a16:creationId xmlns:a16="http://schemas.microsoft.com/office/drawing/2014/main" id="{773B6C48-5229-6C8A-A3FE-B5443381699B}"/>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AD34E333-B8E6-2839-6019-AA8F8D73591A}"/>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Mastery of comprehending different function representations and their purposes would be exhibited by a student's ability to fluidly transition between graphical, algebraic, numerical, and verbal representations of functions, demonstrating a clear understanding of the advantages and limitations of each form in conveying specific aspects of the function's behavior.</a:t>
            </a:r>
          </a:p>
        </p:txBody>
      </p:sp>
      <p:sp>
        <p:nvSpPr>
          <p:cNvPr id="9" name="Text Placeholder 8">
            <a:extLst>
              <a:ext uri="{FF2B5EF4-FFF2-40B4-BE49-F238E27FC236}">
                <a16:creationId xmlns:a16="http://schemas.microsoft.com/office/drawing/2014/main" id="{4875E8DD-13B5-3CB7-4934-701CEC6FAD3A}"/>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76655154-130C-5F6F-6DEF-A3E0AD72F8B3}"/>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It is crucial for students to comprehend and transition between various representations of functions. Doing so allows them to interpret, analyze, and solve mathematical problems effectively. </a:t>
            </a:r>
          </a:p>
          <a:p>
            <a:pPr marL="0" indent="0">
              <a:buNone/>
            </a:pPr>
            <a:r>
              <a:rPr lang="en-US" dirty="0"/>
              <a:t>Each representation offers unique insights into the function's behavior, and mastering this skill indicates a student's ability to leverage these insights appropriately. This is essential for enhancing their problem-solving capabilities. </a:t>
            </a:r>
          </a:p>
          <a:p>
            <a:pPr marL="0" indent="0">
              <a:buNone/>
            </a:pPr>
            <a:r>
              <a:rPr lang="en-US" dirty="0"/>
              <a:t>This criterion ensures that students are well-equipped to select the most effective representation for a given context. This is a fundamental skill for mathematical reasoning and application across different domains and real-world scenarios.</a:t>
            </a:r>
          </a:p>
        </p:txBody>
      </p:sp>
    </p:spTree>
    <p:custDataLst>
      <p:tags r:id="rId1"/>
    </p:custDataLst>
    <p:extLst>
      <p:ext uri="{BB962C8B-B14F-4D97-AF65-F5344CB8AC3E}">
        <p14:creationId xmlns:p14="http://schemas.microsoft.com/office/powerpoint/2010/main" val="34621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D084-E378-ADAF-BDA4-6061AF8E79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411C05-CB1C-86B1-DE1E-BBFE477AB3A2}"/>
              </a:ext>
            </a:extLst>
          </p:cNvPr>
          <p:cNvSpPr>
            <a:spLocks noGrp="1"/>
          </p:cNvSpPr>
          <p:nvPr>
            <p:ph type="title"/>
          </p:nvPr>
        </p:nvSpPr>
        <p:spPr/>
        <p:txBody>
          <a:bodyPr>
            <a:normAutofit fontScale="90000"/>
          </a:bodyPr>
          <a:lstStyle/>
          <a:p>
            <a:r>
              <a:rPr lang="en-US" dirty="0"/>
              <a:t>Concept 3: Knowledge of function features such as domain, range, intercepts, and rates of change.</a:t>
            </a:r>
          </a:p>
        </p:txBody>
      </p:sp>
      <p:sp>
        <p:nvSpPr>
          <p:cNvPr id="8" name="Text Placeholder 7">
            <a:extLst>
              <a:ext uri="{FF2B5EF4-FFF2-40B4-BE49-F238E27FC236}">
                <a16:creationId xmlns:a16="http://schemas.microsoft.com/office/drawing/2014/main" id="{32038532-A62F-911F-54F9-20C3B2B454ED}"/>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DFA7347-621A-75CA-CF9F-0A94D5081D53}"/>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 who has mastered the concept of function features, such as domain, range, intercepts, and rates of change, should be able to identify and describe these features in various functions accurately. </a:t>
            </a:r>
          </a:p>
          <a:p>
            <a:pPr marL="0" indent="0">
              <a:buNone/>
            </a:pPr>
            <a:r>
              <a:rPr lang="en-US" dirty="0"/>
              <a:t>Using this knowledge, they should also be able to analyze the behavior of functions across different contexts and representations.</a:t>
            </a:r>
          </a:p>
        </p:txBody>
      </p:sp>
      <p:sp>
        <p:nvSpPr>
          <p:cNvPr id="9" name="Text Placeholder 8">
            <a:extLst>
              <a:ext uri="{FF2B5EF4-FFF2-40B4-BE49-F238E27FC236}">
                <a16:creationId xmlns:a16="http://schemas.microsoft.com/office/drawing/2014/main" id="{6014E1F7-E118-E659-9A1C-F9C647DCC0E0}"/>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6E1C0355-FEA3-FB9C-D464-5CA0274D07D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By studying these features, students can gain insights into how a function behaves across its entire domain, interacts with the axes, and changes over intervals. </a:t>
            </a:r>
          </a:p>
          <a:p>
            <a:pPr marL="0" indent="0">
              <a:buNone/>
            </a:pPr>
            <a:r>
              <a:rPr lang="en-US" dirty="0"/>
              <a:t>Mastery in this area is an indication of a student's ability to apply mathematical concepts to comprehend and predict function behavior. This, in turn, prepares them for more advanced mathematical analysis and real-world problem-solving. </a:t>
            </a:r>
          </a:p>
          <a:p>
            <a:pPr marL="0" indent="0">
              <a:buNone/>
            </a:pPr>
            <a:r>
              <a:rPr lang="en-US" dirty="0"/>
              <a:t>This criterion ensures that students can perform computational tasks and engage in deeper mathematical thinking and reasoning.</a:t>
            </a:r>
          </a:p>
        </p:txBody>
      </p:sp>
    </p:spTree>
    <p:custDataLst>
      <p:tags r:id="rId1"/>
    </p:custDataLst>
    <p:extLst>
      <p:ext uri="{BB962C8B-B14F-4D97-AF65-F5344CB8AC3E}">
        <p14:creationId xmlns:p14="http://schemas.microsoft.com/office/powerpoint/2010/main" val="3065535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p:txBody>
          <a:bodyPr/>
          <a:lstStyle/>
          <a:p>
            <a:r>
              <a:rPr lang="en-US" dirty="0"/>
              <a:t>Skill 1: Translating among different function representations.</a:t>
            </a:r>
          </a:p>
        </p:txBody>
      </p:sp>
      <p:sp>
        <p:nvSpPr>
          <p:cNvPr id="8" name="Text Placeholder 7">
            <a:extLst>
              <a:ext uri="{FF2B5EF4-FFF2-40B4-BE49-F238E27FC236}">
                <a16:creationId xmlns:a16="http://schemas.microsoft.com/office/drawing/2014/main" id="{311EA2BC-0106-44B8-BA45-FC379568B0F1}"/>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EEE9FD81-0AFB-47FE-91AC-91B9664E70DC}"/>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A student's proficiency in converting functions seamlessly between graphical, algebraic, numerical, and verbal forms would demonstrate a student's mastery of translating between different function representations. </a:t>
            </a:r>
          </a:p>
          <a:p>
            <a:pPr marL="0" indent="0">
              <a:buNone/>
            </a:pPr>
            <a:r>
              <a:rPr lang="en-US" dirty="0"/>
              <a:t>This ensures that key features and the overall behavior of the function are preserved and accurately represented in each translation.</a:t>
            </a:r>
          </a:p>
        </p:txBody>
      </p:sp>
      <p:sp>
        <p:nvSpPr>
          <p:cNvPr id="9" name="Text Placeholder 8">
            <a:extLst>
              <a:ext uri="{FF2B5EF4-FFF2-40B4-BE49-F238E27FC236}">
                <a16:creationId xmlns:a16="http://schemas.microsoft.com/office/drawing/2014/main" id="{411E473F-C226-41BB-AEC3-FAD84C77CEED}"/>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0D2F998E-89A7-45E5-8DD9-36DA6C483F98}"/>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The ability to translate mathematical functions among various representations is a crucial skill for students to develop comprehensive mathematical literacy. </a:t>
            </a:r>
          </a:p>
          <a:p>
            <a:pPr marL="0" indent="0">
              <a:buNone/>
            </a:pPr>
            <a:r>
              <a:rPr lang="en-US" dirty="0"/>
              <a:t>It helps students approach problems from multiple perspectives and effectively communicate mathematical ideas. </a:t>
            </a:r>
          </a:p>
          <a:p>
            <a:pPr marL="0" indent="0">
              <a:buNone/>
            </a:pPr>
            <a:r>
              <a:rPr lang="en-US" dirty="0"/>
              <a:t>This skill not only facilitates deeper understanding of the functions themselves but also enhances problem-solving abilities by allowing students to choose the most appropriate form for a given situation. </a:t>
            </a:r>
          </a:p>
          <a:p>
            <a:pPr marL="0" indent="0">
              <a:buNone/>
            </a:pPr>
            <a:r>
              <a:rPr lang="en-US" dirty="0"/>
              <a:t>Having this skill ensures that students possess a versatile mathematical toolkit that prepares them for advanced studies and real-world applications of mathematics.</a:t>
            </a:r>
          </a:p>
        </p:txBody>
      </p:sp>
    </p:spTree>
    <p:custDataLst>
      <p:tags r:id="rId1"/>
    </p:custDataLst>
    <p:extLst>
      <p:ext uri="{BB962C8B-B14F-4D97-AF65-F5344CB8AC3E}">
        <p14:creationId xmlns:p14="http://schemas.microsoft.com/office/powerpoint/2010/main" val="499975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EB493-169B-199A-BC0D-B4DECA3E49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03BB12-08B6-1F55-DE78-553C0CD38302}"/>
              </a:ext>
            </a:extLst>
          </p:cNvPr>
          <p:cNvSpPr>
            <a:spLocks noGrp="1"/>
          </p:cNvSpPr>
          <p:nvPr>
            <p:ph type="title"/>
          </p:nvPr>
        </p:nvSpPr>
        <p:spPr/>
        <p:txBody>
          <a:bodyPr/>
          <a:lstStyle/>
          <a:p>
            <a:r>
              <a:rPr lang="en-US" dirty="0"/>
              <a:t>Skill 2: Analyzing functions to identify key features and behaviors.</a:t>
            </a:r>
          </a:p>
        </p:txBody>
      </p:sp>
      <p:sp>
        <p:nvSpPr>
          <p:cNvPr id="8" name="Text Placeholder 7">
            <a:extLst>
              <a:ext uri="{FF2B5EF4-FFF2-40B4-BE49-F238E27FC236}">
                <a16:creationId xmlns:a16="http://schemas.microsoft.com/office/drawing/2014/main" id="{45989F88-49A3-032D-FCE3-C8871206727F}"/>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129CCAC4-3CF5-1ADB-8149-AC2115F55CDB}"/>
              </a:ext>
            </a:extLst>
          </p:cNvPr>
          <p:cNvSpPr>
            <a:spLocks noGrp="1"/>
          </p:cNvSpPr>
          <p:nvPr>
            <p:ph sz="half" idx="2"/>
          </p:nvPr>
        </p:nvSpPr>
        <p:spPr>
          <a:xfrm>
            <a:off x="839788" y="2163879"/>
            <a:ext cx="3418313" cy="4025784"/>
          </a:xfrm>
          <a:ln>
            <a:solidFill>
              <a:schemeClr val="accent1"/>
            </a:solidFill>
          </a:ln>
        </p:spPr>
        <p:txBody>
          <a:bodyPr>
            <a:normAutofit fontScale="70000" lnSpcReduction="20000"/>
          </a:bodyPr>
          <a:lstStyle/>
          <a:p>
            <a:pPr marL="0" indent="0">
              <a:buNone/>
            </a:pPr>
            <a:r>
              <a:rPr lang="en-US" dirty="0"/>
              <a:t>To demonstrate mastery in analyzing functions, a student should be able to accurately identify and explain the key features and behaviors of various functions. </a:t>
            </a:r>
          </a:p>
          <a:p>
            <a:pPr marL="0" indent="0">
              <a:buNone/>
            </a:pPr>
            <a:r>
              <a:rPr lang="en-US" dirty="0"/>
              <a:t>This includes determining and articulating the domain, range, intercepts, intervals of increase and decrease, maximum and minimum points, and rates of change. </a:t>
            </a:r>
          </a:p>
          <a:p>
            <a:pPr marL="0" indent="0">
              <a:buNone/>
            </a:pPr>
            <a:r>
              <a:rPr lang="en-US" dirty="0"/>
              <a:t>By applying this analysis, the student should be able to predict how the function will behave in different contexts.</a:t>
            </a:r>
          </a:p>
        </p:txBody>
      </p:sp>
      <p:sp>
        <p:nvSpPr>
          <p:cNvPr id="9" name="Text Placeholder 8">
            <a:extLst>
              <a:ext uri="{FF2B5EF4-FFF2-40B4-BE49-F238E27FC236}">
                <a16:creationId xmlns:a16="http://schemas.microsoft.com/office/drawing/2014/main" id="{3F4F6A97-7187-E7E5-E586-6B7B6FB1D5E7}"/>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77906C0F-E419-51B8-357D-9649A4BBFF6D}"/>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0000" lnSpcReduction="20000"/>
          </a:bodyPr>
          <a:lstStyle/>
          <a:p>
            <a:pPr marL="0" indent="0">
              <a:buNone/>
            </a:pPr>
            <a:r>
              <a:rPr lang="en-US" dirty="0"/>
              <a:t>This particular skill helps students gain a thorough understanding of mathematical concepts, enabling them to solve problems, make predictions, and comprehend graphical representations of functions. </a:t>
            </a:r>
          </a:p>
          <a:p>
            <a:pPr marL="0" indent="0">
              <a:buNone/>
            </a:pPr>
            <a:r>
              <a:rPr lang="en-US" dirty="0"/>
              <a:t>It ensures that learners can apply their knowledge in practical situations, which prepares them for more advanced mathematical concepts and real-world applications. </a:t>
            </a:r>
          </a:p>
          <a:p>
            <a:pPr marL="0" indent="0">
              <a:buNone/>
            </a:pPr>
            <a:r>
              <a:rPr lang="en-US" dirty="0"/>
              <a:t>This criterion is in line with educational standards that emphasize procedural proficiency, conceptual comprehension, and analytical thinking in mathematics.</a:t>
            </a:r>
          </a:p>
        </p:txBody>
      </p:sp>
    </p:spTree>
    <p:custDataLst>
      <p:tags r:id="rId1"/>
    </p:custDataLst>
    <p:extLst>
      <p:ext uri="{BB962C8B-B14F-4D97-AF65-F5344CB8AC3E}">
        <p14:creationId xmlns:p14="http://schemas.microsoft.com/office/powerpoint/2010/main" val="1445762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82F6-F92C-9C5F-7893-E2F633AF6E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CD6F03-253E-CD81-6590-DE176A69B56A}"/>
              </a:ext>
            </a:extLst>
          </p:cNvPr>
          <p:cNvSpPr>
            <a:spLocks noGrp="1"/>
          </p:cNvSpPr>
          <p:nvPr>
            <p:ph type="title"/>
          </p:nvPr>
        </p:nvSpPr>
        <p:spPr/>
        <p:txBody>
          <a:bodyPr>
            <a:noAutofit/>
          </a:bodyPr>
          <a:lstStyle/>
          <a:p>
            <a:r>
              <a:rPr lang="en-US" sz="3600" dirty="0"/>
              <a:t>Skill 3: Graphing functions and identifying important features from their graphical representations.</a:t>
            </a:r>
          </a:p>
        </p:txBody>
      </p:sp>
      <p:sp>
        <p:nvSpPr>
          <p:cNvPr id="8" name="Text Placeholder 7">
            <a:extLst>
              <a:ext uri="{FF2B5EF4-FFF2-40B4-BE49-F238E27FC236}">
                <a16:creationId xmlns:a16="http://schemas.microsoft.com/office/drawing/2014/main" id="{F6BB8B82-7F41-C20F-4498-451E742FAF2F}"/>
              </a:ext>
            </a:extLst>
          </p:cNvPr>
          <p:cNvSpPr>
            <a:spLocks noGrp="1"/>
          </p:cNvSpPr>
          <p:nvPr>
            <p:ph type="body" idx="1"/>
          </p:nvPr>
        </p:nvSpPr>
        <p:spPr>
          <a:xfrm>
            <a:off x="839788" y="1624082"/>
            <a:ext cx="3418313" cy="539797"/>
          </a:xfrm>
        </p:spPr>
        <p:txBody>
          <a:bodyPr/>
          <a:lstStyle/>
          <a:p>
            <a:r>
              <a:rPr lang="en-US"/>
              <a:t>Criterion</a:t>
            </a:r>
          </a:p>
        </p:txBody>
      </p:sp>
      <p:sp>
        <p:nvSpPr>
          <p:cNvPr id="6" name="Content Placeholder 5">
            <a:extLst>
              <a:ext uri="{FF2B5EF4-FFF2-40B4-BE49-F238E27FC236}">
                <a16:creationId xmlns:a16="http://schemas.microsoft.com/office/drawing/2014/main" id="{57A682CB-CF95-3F17-263B-DACF2C793E43}"/>
              </a:ext>
            </a:extLst>
          </p:cNvPr>
          <p:cNvSpPr>
            <a:spLocks noGrp="1"/>
          </p:cNvSpPr>
          <p:nvPr>
            <p:ph sz="half" idx="2"/>
          </p:nvPr>
        </p:nvSpPr>
        <p:spPr>
          <a:xfrm>
            <a:off x="839788" y="2163879"/>
            <a:ext cx="3418313" cy="4025784"/>
          </a:xfrm>
          <a:ln>
            <a:solidFill>
              <a:schemeClr val="accent1"/>
            </a:solidFill>
          </a:ln>
        </p:spPr>
        <p:txBody>
          <a:bodyPr>
            <a:normAutofit fontScale="77500" lnSpcReduction="20000"/>
          </a:bodyPr>
          <a:lstStyle/>
          <a:p>
            <a:pPr marL="0" indent="0">
              <a:buNone/>
            </a:pPr>
            <a:r>
              <a:rPr lang="en-US" dirty="0"/>
              <a:t>The mastery of graphing functions and identifying important features from their graphical representations can be demonstrated by a student's ability to precisely plot various functions on a coordinate plane. </a:t>
            </a:r>
          </a:p>
          <a:p>
            <a:pPr marL="0" indent="0">
              <a:buNone/>
            </a:pPr>
            <a:r>
              <a:rPr lang="en-US" dirty="0"/>
              <a:t>It also involves identifying and explaining key features such as intercepts, maxima, minima, intervals of increase and decrease, and asymptotic behavior directly from these graphs.</a:t>
            </a:r>
          </a:p>
        </p:txBody>
      </p:sp>
      <p:sp>
        <p:nvSpPr>
          <p:cNvPr id="9" name="Text Placeholder 8">
            <a:extLst>
              <a:ext uri="{FF2B5EF4-FFF2-40B4-BE49-F238E27FC236}">
                <a16:creationId xmlns:a16="http://schemas.microsoft.com/office/drawing/2014/main" id="{EF22EC3F-7210-129D-0DD7-501E783AF24A}"/>
              </a:ext>
            </a:extLst>
          </p:cNvPr>
          <p:cNvSpPr>
            <a:spLocks noGrp="1"/>
          </p:cNvSpPr>
          <p:nvPr>
            <p:ph type="body" sz="quarter" idx="3"/>
          </p:nvPr>
        </p:nvSpPr>
        <p:spPr>
          <a:xfrm>
            <a:off x="4367284" y="1624082"/>
            <a:ext cx="6988104" cy="539798"/>
          </a:xfrm>
        </p:spPr>
        <p:txBody>
          <a:bodyPr/>
          <a:lstStyle/>
          <a:p>
            <a:r>
              <a:rPr lang="en-US"/>
              <a:t>Assessments</a:t>
            </a:r>
          </a:p>
        </p:txBody>
      </p:sp>
      <p:sp>
        <p:nvSpPr>
          <p:cNvPr id="7" name="Content Placeholder 6">
            <a:extLst>
              <a:ext uri="{FF2B5EF4-FFF2-40B4-BE49-F238E27FC236}">
                <a16:creationId xmlns:a16="http://schemas.microsoft.com/office/drawing/2014/main" id="{F1BED6A6-7758-41A1-BC44-F7C83225F81F}"/>
              </a:ext>
            </a:extLst>
          </p:cNvPr>
          <p:cNvSpPr>
            <a:spLocks noGrp="1"/>
          </p:cNvSpPr>
          <p:nvPr>
            <p:ph sz="quarter" idx="4"/>
          </p:nvPr>
        </p:nvSpPr>
        <p:spPr>
          <a:xfrm>
            <a:off x="4367284" y="2163879"/>
            <a:ext cx="6988104" cy="4025784"/>
          </a:xfrm>
          <a:ln>
            <a:solidFill>
              <a:schemeClr val="bg1">
                <a:lumMod val="50000"/>
              </a:schemeClr>
            </a:solidFill>
          </a:ln>
        </p:spPr>
        <p:txBody>
          <a:bodyPr>
            <a:normAutofit fontScale="77500" lnSpcReduction="20000"/>
          </a:bodyPr>
          <a:lstStyle/>
          <a:p>
            <a:pPr marL="0" indent="0">
              <a:buNone/>
            </a:pPr>
            <a:r>
              <a:rPr lang="en-US" dirty="0"/>
              <a:t>Understanding functions through graphical representation is a key aspect of mathematics. It helps students to comprehend the behavior and characteristics of functions by providing visual insights. </a:t>
            </a:r>
          </a:p>
          <a:p>
            <a:pPr marL="0" indent="0">
              <a:buNone/>
            </a:pPr>
            <a:r>
              <a:rPr lang="en-US" dirty="0"/>
              <a:t>The mastery of this skill is important for students to perform technical graphing tasks and to analyze the function's behavior visually. </a:t>
            </a:r>
          </a:p>
          <a:p>
            <a:pPr marL="0" indent="0">
              <a:buNone/>
            </a:pPr>
            <a:r>
              <a:rPr lang="en-US" dirty="0"/>
              <a:t>This skill is crucial for mathematical problem-solving and analysis, as it enables students to confirm algebraic findings visually and to understand the practical implications of mathematical models. </a:t>
            </a:r>
          </a:p>
          <a:p>
            <a:pPr marL="0" indent="0">
              <a:buNone/>
            </a:pPr>
            <a:r>
              <a:rPr lang="en-US" dirty="0"/>
              <a:t>Equipping students with both procedural and conceptual tools through this skill ensures their success in mathematics and related fields.</a:t>
            </a:r>
          </a:p>
        </p:txBody>
      </p:sp>
    </p:spTree>
    <p:custDataLst>
      <p:tags r:id="rId1"/>
    </p:custDataLst>
    <p:extLst>
      <p:ext uri="{BB962C8B-B14F-4D97-AF65-F5344CB8AC3E}">
        <p14:creationId xmlns:p14="http://schemas.microsoft.com/office/powerpoint/2010/main" val="1635460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2">
            <a:extLst>
              <a:ext uri="{FF2B5EF4-FFF2-40B4-BE49-F238E27FC236}">
                <a16:creationId xmlns:a16="http://schemas.microsoft.com/office/drawing/2014/main" id="{24D46527-8963-4773-8769-07E6ACE08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itle 4">
            <a:extLst>
              <a:ext uri="{FF2B5EF4-FFF2-40B4-BE49-F238E27FC236}">
                <a16:creationId xmlns:a16="http://schemas.microsoft.com/office/drawing/2014/main" id="{2EC32962-D057-4462-9C6F-63A513855790}"/>
              </a:ext>
            </a:extLst>
          </p:cNvPr>
          <p:cNvSpPr>
            <a:spLocks noGrp="1"/>
          </p:cNvSpPr>
          <p:nvPr>
            <p:ph type="title"/>
          </p:nvPr>
        </p:nvSpPr>
        <p:spPr>
          <a:xfrm>
            <a:off x="6096000" y="365125"/>
            <a:ext cx="5257800" cy="1325563"/>
          </a:xfrm>
        </p:spPr>
        <p:txBody>
          <a:bodyPr>
            <a:normAutofit/>
          </a:bodyPr>
          <a:lstStyle/>
          <a:p>
            <a:r>
              <a:rPr lang="en-US"/>
              <a:t>Standard 3 Rubric</a:t>
            </a:r>
          </a:p>
        </p:txBody>
      </p:sp>
      <p:pic>
        <p:nvPicPr>
          <p:cNvPr id="20" name="Graphic 9" descr="Teamwork">
            <a:extLst>
              <a:ext uri="{FF2B5EF4-FFF2-40B4-BE49-F238E27FC236}">
                <a16:creationId xmlns:a16="http://schemas.microsoft.com/office/drawing/2014/main" id="{D2277D14-13B7-4172-B146-4394DF01BD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500" y="985390"/>
            <a:ext cx="4643496" cy="464349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21" name="Arc 14">
            <a:extLst>
              <a:ext uri="{FF2B5EF4-FFF2-40B4-BE49-F238E27FC236}">
                <a16:creationId xmlns:a16="http://schemas.microsoft.com/office/drawing/2014/main" id="{920E13D1-85D7-4BF3-9903-59216CB5A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365355" y="705367"/>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07C67558-A4E8-7C6F-5340-D9F12A003316}"/>
              </a:ext>
            </a:extLst>
          </p:cNvPr>
          <p:cNvGraphicFramePr>
            <a:graphicFrameLocks noGrp="1"/>
          </p:cNvGraphicFramePr>
          <p:nvPr>
            <p:ph idx="1"/>
            <p:extLst>
              <p:ext uri="{D42A27DB-BD31-4B8C-83A1-F6EECF244321}">
                <p14:modId xmlns:p14="http://schemas.microsoft.com/office/powerpoint/2010/main" val="445090870"/>
              </p:ext>
            </p:extLst>
          </p:nvPr>
        </p:nvGraphicFramePr>
        <p:xfrm>
          <a:off x="838200" y="1825625"/>
          <a:ext cx="10515600" cy="4106545"/>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00225219"/>
                    </a:ext>
                  </a:extLst>
                </a:gridCol>
                <a:gridCol w="2103120">
                  <a:extLst>
                    <a:ext uri="{9D8B030D-6E8A-4147-A177-3AD203B41FA5}">
                      <a16:colId xmlns:a16="http://schemas.microsoft.com/office/drawing/2014/main" val="672867031"/>
                    </a:ext>
                  </a:extLst>
                </a:gridCol>
                <a:gridCol w="2103120">
                  <a:extLst>
                    <a:ext uri="{9D8B030D-6E8A-4147-A177-3AD203B41FA5}">
                      <a16:colId xmlns:a16="http://schemas.microsoft.com/office/drawing/2014/main" val="3213679357"/>
                    </a:ext>
                  </a:extLst>
                </a:gridCol>
                <a:gridCol w="2103120">
                  <a:extLst>
                    <a:ext uri="{9D8B030D-6E8A-4147-A177-3AD203B41FA5}">
                      <a16:colId xmlns:a16="http://schemas.microsoft.com/office/drawing/2014/main" val="668288537"/>
                    </a:ext>
                  </a:extLst>
                </a:gridCol>
                <a:gridCol w="2103120">
                  <a:extLst>
                    <a:ext uri="{9D8B030D-6E8A-4147-A177-3AD203B41FA5}">
                      <a16:colId xmlns:a16="http://schemas.microsoft.com/office/drawing/2014/main" val="3010642825"/>
                    </a:ext>
                  </a:extLst>
                </a:gridCol>
              </a:tblGrid>
              <a:tr h="370840">
                <a:tc>
                  <a:txBody>
                    <a:bodyPr/>
                    <a:lstStyle/>
                    <a:p>
                      <a:pPr algn="l" fontAlgn="ctr"/>
                      <a:r>
                        <a:rPr lang="en-US" sz="1100" b="1" i="0" u="none" strike="noStrike" dirty="0">
                          <a:solidFill>
                            <a:srgbClr val="FFFFFF"/>
                          </a:solidFill>
                          <a:effectLst/>
                          <a:latin typeface="Calibri" panose="020F0502020204030204" pitchFamily="34" charset="0"/>
                        </a:rPr>
                        <a:t>Criteria</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Highly Developed (4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Developed (3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Emerging (2 points)</a:t>
                      </a:r>
                    </a:p>
                  </a:txBody>
                  <a:tcPr marL="9525" marR="9525" marT="9525" marB="0" anchor="ctr"/>
                </a:tc>
                <a:tc>
                  <a:txBody>
                    <a:bodyPr/>
                    <a:lstStyle/>
                    <a:p>
                      <a:pPr algn="l" fontAlgn="ctr"/>
                      <a:r>
                        <a:rPr lang="en-US" sz="1100" b="1" i="0" u="none" strike="noStrike">
                          <a:solidFill>
                            <a:srgbClr val="FFFFFF"/>
                          </a:solidFill>
                          <a:effectLst/>
                          <a:latin typeface="Calibri" panose="020F0502020204030204" pitchFamily="34" charset="0"/>
                        </a:rPr>
                        <a:t>Initial (1 point)</a:t>
                      </a:r>
                    </a:p>
                  </a:txBody>
                  <a:tcPr marL="9525" marR="9525" marT="9525" marB="0" anchor="ctr"/>
                </a:tc>
                <a:extLst>
                  <a:ext uri="{0D108BD9-81ED-4DB2-BD59-A6C34878D82A}">
                    <a16:rowId xmlns:a16="http://schemas.microsoft.com/office/drawing/2014/main" val="3097414742"/>
                  </a:ext>
                </a:extLst>
              </a:tr>
              <a:tr h="370840">
                <a:tc>
                  <a:txBody>
                    <a:bodyPr/>
                    <a:lstStyle/>
                    <a:p>
                      <a:pPr algn="l" fontAlgn="ctr"/>
                      <a:r>
                        <a:rPr lang="en-US" sz="1100" b="0" i="0" u="none" strike="noStrike">
                          <a:solidFill>
                            <a:srgbClr val="202122"/>
                          </a:solidFill>
                          <a:effectLst/>
                          <a:latin typeface="Calibri" panose="020F0502020204030204" pitchFamily="34" charset="0"/>
                        </a:rPr>
                        <a:t>Understanding the Definition and Characteristics of a Function</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 accurately describe a function in terms of domain, range, and the assignment of outputs to inputs, and can apply this understanding in various mathematical contexts.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a good grasp of functions but may occasionally confuse certain aspects like domain and range.</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Shows a basic understanding of functions but often makes errors with characteristics like domain and range.</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significant misconceptions regarding the definition and characteristics of functions.</a:t>
                      </a:r>
                    </a:p>
                  </a:txBody>
                  <a:tcPr marL="9525" marR="9525" marT="9525" marB="0" anchor="ctr"/>
                </a:tc>
                <a:extLst>
                  <a:ext uri="{0D108BD9-81ED-4DB2-BD59-A6C34878D82A}">
                    <a16:rowId xmlns:a16="http://schemas.microsoft.com/office/drawing/2014/main" val="1129371617"/>
                  </a:ext>
                </a:extLst>
              </a:tr>
              <a:tr h="370840">
                <a:tc>
                  <a:txBody>
                    <a:bodyPr/>
                    <a:lstStyle/>
                    <a:p>
                      <a:pPr algn="l" fontAlgn="ctr"/>
                      <a:r>
                        <a:rPr lang="en-US" sz="1100" b="0" i="0" u="none" strike="noStrike">
                          <a:solidFill>
                            <a:srgbClr val="202122"/>
                          </a:solidFill>
                          <a:effectLst/>
                          <a:latin typeface="Calibri" panose="020F0502020204030204" pitchFamily="34" charset="0"/>
                        </a:rPr>
                        <a:t>Comprehension of Different Function Representations and Their Purposes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Seamlessly transitions between different function representations and understands the advantages and limitations of each.</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 work with different representations but is not fully aware of their specific purposes.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Struggles to transition between different representations and to understand their purposes.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Is unable to effectively use different function representations or understand their purposes.</a:t>
                      </a:r>
                    </a:p>
                  </a:txBody>
                  <a:tcPr marL="9525" marR="9525" marT="9525" marB="0" anchor="ctr"/>
                </a:tc>
                <a:extLst>
                  <a:ext uri="{0D108BD9-81ED-4DB2-BD59-A6C34878D82A}">
                    <a16:rowId xmlns:a16="http://schemas.microsoft.com/office/drawing/2014/main" val="1481766876"/>
                  </a:ext>
                </a:extLst>
              </a:tr>
              <a:tr h="370840">
                <a:tc>
                  <a:txBody>
                    <a:bodyPr/>
                    <a:lstStyle/>
                    <a:p>
                      <a:pPr algn="l" fontAlgn="ctr"/>
                      <a:r>
                        <a:rPr lang="en-US" sz="1100" b="0" i="0" u="none" strike="noStrike">
                          <a:solidFill>
                            <a:srgbClr val="202122"/>
                          </a:solidFill>
                          <a:effectLst/>
                          <a:latin typeface="Calibri" panose="020F0502020204030204" pitchFamily="34" charset="0"/>
                        </a:rPr>
                        <a:t>Translating Among Different Function Representations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Expertly translates functions between graphical, algebraic, numerical, and verbal forms while maintaining accuracy and detail.</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 generally translate functions among different forms but with occasional minor errors.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Has a basic ability to translate among representations but with significant errors.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Cannot accurately translate functions among different forms.</a:t>
                      </a:r>
                    </a:p>
                  </a:txBody>
                  <a:tcPr marL="9525" marR="9525" marT="9525" marB="0" anchor="ctr"/>
                </a:tc>
                <a:extLst>
                  <a:ext uri="{0D108BD9-81ED-4DB2-BD59-A6C34878D82A}">
                    <a16:rowId xmlns:a16="http://schemas.microsoft.com/office/drawing/2014/main" val="2413606989"/>
                  </a:ext>
                </a:extLst>
              </a:tr>
              <a:tr h="370840">
                <a:tc>
                  <a:txBody>
                    <a:bodyPr/>
                    <a:lstStyle/>
                    <a:p>
                      <a:pPr algn="l" fontAlgn="ctr"/>
                      <a:r>
                        <a:rPr lang="en-US" sz="1100" b="0" i="0" u="none" strike="noStrike">
                          <a:solidFill>
                            <a:srgbClr val="202122"/>
                          </a:solidFill>
                          <a:effectLst/>
                          <a:latin typeface="Calibri" panose="020F0502020204030204" pitchFamily="34" charset="0"/>
                        </a:rPr>
                        <a:t>Analyzing Functions to Identify Key Features and Behaviors</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Accurately identifies and describes all key features of various functions, such as intercepts and rates of change, and uses this information to predict behavior.</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Identifies most key features but may overlook some details or make slight errors in prediction.</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Recognizes only some key features and struggles with predicting behavior.</a:t>
                      </a:r>
                    </a:p>
                  </a:txBody>
                  <a:tcPr marL="9525" marR="9525" marT="9525" marB="0" anchor="ctr"/>
                </a:tc>
                <a:tc>
                  <a:txBody>
                    <a:bodyPr/>
                    <a:lstStyle/>
                    <a:p>
                      <a:pPr algn="l" fontAlgn="ctr"/>
                      <a:r>
                        <a:rPr lang="en-US" sz="1100" b="0" i="0" u="none" strike="noStrike">
                          <a:solidFill>
                            <a:srgbClr val="202122"/>
                          </a:solidFill>
                          <a:effectLst/>
                          <a:latin typeface="Calibri" panose="020F0502020204030204" pitchFamily="34" charset="0"/>
                        </a:rPr>
                        <a:t>Is unable to identify key features or predict the behavior of functions accurately.</a:t>
                      </a:r>
                    </a:p>
                  </a:txBody>
                  <a:tcPr marL="9525" marR="9525" marT="9525" marB="0" anchor="ctr"/>
                </a:tc>
                <a:extLst>
                  <a:ext uri="{0D108BD9-81ED-4DB2-BD59-A6C34878D82A}">
                    <a16:rowId xmlns:a16="http://schemas.microsoft.com/office/drawing/2014/main" val="2342848139"/>
                  </a:ext>
                </a:extLst>
              </a:tr>
              <a:tr h="370840">
                <a:tc>
                  <a:txBody>
                    <a:bodyPr/>
                    <a:lstStyle/>
                    <a:p>
                      <a:pPr algn="l" fontAlgn="ctr"/>
                      <a:r>
                        <a:rPr lang="en-US" sz="1100" b="0" i="0" u="none" strike="noStrike">
                          <a:solidFill>
                            <a:srgbClr val="202122"/>
                          </a:solidFill>
                          <a:effectLst/>
                          <a:latin typeface="Calibri" panose="020F0502020204030204" pitchFamily="34" charset="0"/>
                        </a:rPr>
                        <a:t>Graphing Functions and Identifying Important Features from Their Graphical Representations</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Accurately graphs functions and identifies all key features, such as intercepts and asymptotes, from the graph.</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Generally graphs functions correctly but may miss some key features or details.</a:t>
                      </a:r>
                    </a:p>
                  </a:txBody>
                  <a:tcPr marL="9525" marR="9525" marT="9525" marB="0" anchor="ctr"/>
                </a:tc>
                <a:tc>
                  <a:txBody>
                    <a:bodyPr/>
                    <a:lstStyle/>
                    <a:p>
                      <a:pPr algn="l" fontAlgn="ctr"/>
                      <a:r>
                        <a:rPr lang="en-US" sz="1100" b="0" i="0" u="none" strike="noStrike">
                          <a:solidFill>
                            <a:srgbClr val="000000"/>
                          </a:solidFill>
                          <a:effectLst/>
                          <a:latin typeface="Aptos Narrow" panose="020B0004020202020204" pitchFamily="34" charset="0"/>
                        </a:rPr>
                        <a:t>Can graph basic functions but often misses key features and has difficulty interpreting graphs.</a:t>
                      </a:r>
                    </a:p>
                  </a:txBody>
                  <a:tcPr marL="9525" marR="9525" marT="9525" marB="0" anchor="ctr"/>
                </a:tc>
                <a:tc>
                  <a:txBody>
                    <a:bodyPr/>
                    <a:lstStyle/>
                    <a:p>
                      <a:pPr algn="l" fontAlgn="ctr"/>
                      <a:r>
                        <a:rPr lang="en-US" sz="1100" b="0" i="0" u="none" strike="noStrike" dirty="0">
                          <a:solidFill>
                            <a:srgbClr val="000000"/>
                          </a:solidFill>
                          <a:effectLst/>
                          <a:latin typeface="Aptos Narrow" panose="020B0004020202020204" pitchFamily="34" charset="0"/>
                        </a:rPr>
                        <a:t>Is unable to graph functions accurately or identify key features from the graph.</a:t>
                      </a:r>
                    </a:p>
                  </a:txBody>
                  <a:tcPr marL="9525" marR="9525" marT="9525" marB="0" anchor="ctr"/>
                </a:tc>
                <a:extLst>
                  <a:ext uri="{0D108BD9-81ED-4DB2-BD59-A6C34878D82A}">
                    <a16:rowId xmlns:a16="http://schemas.microsoft.com/office/drawing/2014/main" val="1891171290"/>
                  </a:ext>
                </a:extLst>
              </a:tr>
            </a:tbl>
          </a:graphicData>
        </a:graphic>
      </p:graphicFrame>
    </p:spTree>
    <p:custDataLst>
      <p:tags r:id="rId1"/>
    </p:custDataLst>
    <p:extLst>
      <p:ext uri="{BB962C8B-B14F-4D97-AF65-F5344CB8AC3E}">
        <p14:creationId xmlns:p14="http://schemas.microsoft.com/office/powerpoint/2010/main" val="27046860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PROJECT_OPEN" val="0"/>
  <p:tag name="ARTICULATE_DESIGN_ID_OFFICE THEME" val="ytXqwVMc"/>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2C3342CD61E64E847F4486D2E747B0" ma:contentTypeVersion="14" ma:contentTypeDescription="Create a new document." ma:contentTypeScope="" ma:versionID="5c205829c8b04023ba06966d87cfe1ca">
  <xsd:schema xmlns:xsd="http://www.w3.org/2001/XMLSchema" xmlns:xs="http://www.w3.org/2001/XMLSchema" xmlns:p="http://schemas.microsoft.com/office/2006/metadata/properties" xmlns:ns3="3b2b0bea-9c79-4333-8832-e33bf8d82f27" xmlns:ns4="1ec20cb3-9ced-4a09-bc1c-652b8ce3b3cf" targetNamespace="http://schemas.microsoft.com/office/2006/metadata/properties" ma:root="true" ma:fieldsID="aaf9c697d16473c1a1a5647df1ccd940" ns3:_="" ns4:_="">
    <xsd:import namespace="3b2b0bea-9c79-4333-8832-e33bf8d82f27"/>
    <xsd:import namespace="1ec20cb3-9ced-4a09-bc1c-652b8ce3b3c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b0bea-9c79-4333-8832-e33bf8d82f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ec20cb3-9ced-4a09-bc1c-652b8ce3b3c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B53C1C-6092-45AF-B84A-59D5195D267C}">
  <ds:schemaRefs>
    <ds:schemaRef ds:uri="http://schemas.microsoft.com/sharepoint/v3/contenttype/forms"/>
  </ds:schemaRefs>
</ds:datastoreItem>
</file>

<file path=customXml/itemProps2.xml><?xml version="1.0" encoding="utf-8"?>
<ds:datastoreItem xmlns:ds="http://schemas.openxmlformats.org/officeDocument/2006/customXml" ds:itemID="{5B9D83F2-FC02-42AF-883B-B9E3F6061C4D}">
  <ds:schemaRefs>
    <ds:schemaRef ds:uri="http://purl.org/dc/terms/"/>
    <ds:schemaRef ds:uri="http://schemas.openxmlformats.org/package/2006/metadata/core-properties"/>
    <ds:schemaRef ds:uri="1ec20cb3-9ced-4a09-bc1c-652b8ce3b3cf"/>
    <ds:schemaRef ds:uri="http://schemas.microsoft.com/office/2006/documentManagement/types"/>
    <ds:schemaRef ds:uri="3b2b0bea-9c79-4333-8832-e33bf8d82f27"/>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FBE6CF71-F019-4253-B1A3-DE02BB87461E}">
  <ds:schemaRefs>
    <ds:schemaRef ds:uri="1ec20cb3-9ced-4a09-bc1c-652b8ce3b3cf"/>
    <ds:schemaRef ds:uri="3b2b0bea-9c79-4333-8832-e33bf8d82f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308</TotalTime>
  <Words>4353</Words>
  <Application>Microsoft Office PowerPoint</Application>
  <PresentationFormat>Widescreen</PresentationFormat>
  <Paragraphs>282</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 Narrow</vt:lpstr>
      <vt:lpstr>Arial</vt:lpstr>
      <vt:lpstr>Calibri</vt:lpstr>
      <vt:lpstr>Calibri Light</vt:lpstr>
      <vt:lpstr>Office Theme</vt:lpstr>
      <vt:lpstr>Week One Assignment:  Assessing for Mastery of a Standard</vt:lpstr>
      <vt:lpstr>Standard 1</vt:lpstr>
      <vt:lpstr>Standard 1 Concepts &amp; Skills</vt:lpstr>
      <vt:lpstr>Concept 1: Understanding of rational exponents and their properties.  </vt:lpstr>
      <vt:lpstr>Concept 2: Comprehension of the relationship between exponents and radicals. </vt:lpstr>
      <vt:lpstr>Concept 3: Recognition of the role of exponents in representing real numbers. </vt:lpstr>
      <vt:lpstr>Skill 1: Rewriting expressions with rational exponents.</vt:lpstr>
      <vt:lpstr>Skill 2: Simplifying expressions involving exponents and radicals.</vt:lpstr>
      <vt:lpstr>Skill 3: Solving equations that involve exponents and radicals.</vt:lpstr>
      <vt:lpstr>Standard 1 Rubric</vt:lpstr>
      <vt:lpstr>Standard 2</vt:lpstr>
      <vt:lpstr>Standard 2 Concepts &amp; Skills</vt:lpstr>
      <vt:lpstr>Concept 1: Knowledge of equation forms to represent various relationships.</vt:lpstr>
      <vt:lpstr>Concept 2: Understanding how to manipulate and rearrange equations to solve for variables.</vt:lpstr>
      <vt:lpstr>Concept 3: Grasping the concept of representing real-world scenarios with equations.</vt:lpstr>
      <vt:lpstr>Skill 1: Developing equations in one or multiple variables from real-world contexts.</vt:lpstr>
      <vt:lpstr>Skill 2: Rearranging and solving equations and inequalities.</vt:lpstr>
      <vt:lpstr>Skill 3: Interpreting the solution of equations and inequalities in context.</vt:lpstr>
      <vt:lpstr>Standard 2 Rubric</vt:lpstr>
      <vt:lpstr>Standard 3</vt:lpstr>
      <vt:lpstr>Standard 3 Concepts &amp; Skills</vt:lpstr>
      <vt:lpstr>Concept 1: Understanding the definition and characteristics of a function.</vt:lpstr>
      <vt:lpstr>Concept 2: Comprehension of different function representations and their purposes.</vt:lpstr>
      <vt:lpstr>Concept 3: Knowledge of function features such as domain, range, intercepts, and rates of change.</vt:lpstr>
      <vt:lpstr>Skill 1: Translating among different function representations.</vt:lpstr>
      <vt:lpstr>Skill 2: Analyzing functions to identify key features and behaviors.</vt:lpstr>
      <vt:lpstr>Skill 3: Graphing functions and identifying important features from their graphical representations.</vt:lpstr>
      <vt:lpstr>Standard 3 Rubric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One Assignment 1</dc:title>
  <dc:creator>Yvette Delim</dc:creator>
  <cp:lastModifiedBy>Frank Jamison</cp:lastModifiedBy>
  <cp:revision>4</cp:revision>
  <dcterms:created xsi:type="dcterms:W3CDTF">2021-10-11T15:54:10Z</dcterms:created>
  <dcterms:modified xsi:type="dcterms:W3CDTF">2024-02-11T02:17:45Z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510EE875-6007-435C-AAA2-1AB432F37B98</vt:lpwstr>
  </property>
  <property fmtid="{D5CDD505-2E9C-101B-9397-08002B2CF9AE}" pid="3" name="ArticulatePath">
    <vt:lpwstr>Presentation1</vt:lpwstr>
  </property>
  <property fmtid="{D5CDD505-2E9C-101B-9397-08002B2CF9AE}" pid="4" name="ContentTypeId">
    <vt:lpwstr>0x010100152C3342CD61E64E847F4486D2E747B0</vt:lpwstr>
  </property>
</Properties>
</file>