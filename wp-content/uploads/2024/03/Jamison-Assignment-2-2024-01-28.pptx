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6" r:id="rId1"/>
  </p:sldMasterIdLst>
  <p:sldIdLst>
    <p:sldId id="256" r:id="rId2"/>
    <p:sldId id="257" r:id="rId3"/>
    <p:sldId id="261" r:id="rId4"/>
    <p:sldId id="266" r:id="rId5"/>
    <p:sldId id="267" r:id="rId6"/>
    <p:sldId id="258" r:id="rId7"/>
    <p:sldId id="259"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FD4D6B-E758-4C19-9E2E-9A46764127EA}" v="1" dt="2024-03-06T03:07:42.5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77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k Jamison" userId="ba5cb3d4-e437-4fdd-96e9-c87ac9c47693" providerId="ADAL" clId="{77FD4D6B-E758-4C19-9E2E-9A46764127EA}"/>
    <pc:docChg chg="modSld">
      <pc:chgData name="Frank Jamison" userId="ba5cb3d4-e437-4fdd-96e9-c87ac9c47693" providerId="ADAL" clId="{77FD4D6B-E758-4C19-9E2E-9A46764127EA}" dt="2024-03-06T03:07:42.576" v="0"/>
      <pc:docMkLst>
        <pc:docMk/>
      </pc:docMkLst>
      <pc:sldChg chg="modTransition">
        <pc:chgData name="Frank Jamison" userId="ba5cb3d4-e437-4fdd-96e9-c87ac9c47693" providerId="ADAL" clId="{77FD4D6B-E758-4C19-9E2E-9A46764127EA}" dt="2024-03-06T03:07:42.576" v="0"/>
        <pc:sldMkLst>
          <pc:docMk/>
          <pc:sldMk cId="3043827549" sldId="256"/>
        </pc:sldMkLst>
      </pc:sldChg>
      <pc:sldChg chg="modTransition">
        <pc:chgData name="Frank Jamison" userId="ba5cb3d4-e437-4fdd-96e9-c87ac9c47693" providerId="ADAL" clId="{77FD4D6B-E758-4C19-9E2E-9A46764127EA}" dt="2024-03-06T03:07:42.576" v="0"/>
        <pc:sldMkLst>
          <pc:docMk/>
          <pc:sldMk cId="1004672462" sldId="257"/>
        </pc:sldMkLst>
      </pc:sldChg>
      <pc:sldChg chg="modTransition">
        <pc:chgData name="Frank Jamison" userId="ba5cb3d4-e437-4fdd-96e9-c87ac9c47693" providerId="ADAL" clId="{77FD4D6B-E758-4C19-9E2E-9A46764127EA}" dt="2024-03-06T03:07:42.576" v="0"/>
        <pc:sldMkLst>
          <pc:docMk/>
          <pc:sldMk cId="3477441893" sldId="258"/>
        </pc:sldMkLst>
      </pc:sldChg>
      <pc:sldChg chg="modTransition">
        <pc:chgData name="Frank Jamison" userId="ba5cb3d4-e437-4fdd-96e9-c87ac9c47693" providerId="ADAL" clId="{77FD4D6B-E758-4C19-9E2E-9A46764127EA}" dt="2024-03-06T03:07:42.576" v="0"/>
        <pc:sldMkLst>
          <pc:docMk/>
          <pc:sldMk cId="3782075422" sldId="259"/>
        </pc:sldMkLst>
      </pc:sldChg>
      <pc:sldChg chg="modTransition">
        <pc:chgData name="Frank Jamison" userId="ba5cb3d4-e437-4fdd-96e9-c87ac9c47693" providerId="ADAL" clId="{77FD4D6B-E758-4C19-9E2E-9A46764127EA}" dt="2024-03-06T03:07:42.576" v="0"/>
        <pc:sldMkLst>
          <pc:docMk/>
          <pc:sldMk cId="1129286521" sldId="261"/>
        </pc:sldMkLst>
      </pc:sldChg>
      <pc:sldChg chg="modTransition">
        <pc:chgData name="Frank Jamison" userId="ba5cb3d4-e437-4fdd-96e9-c87ac9c47693" providerId="ADAL" clId="{77FD4D6B-E758-4C19-9E2E-9A46764127EA}" dt="2024-03-06T03:07:42.576" v="0"/>
        <pc:sldMkLst>
          <pc:docMk/>
          <pc:sldMk cId="3721908322" sldId="265"/>
        </pc:sldMkLst>
      </pc:sldChg>
      <pc:sldChg chg="modTransition">
        <pc:chgData name="Frank Jamison" userId="ba5cb3d4-e437-4fdd-96e9-c87ac9c47693" providerId="ADAL" clId="{77FD4D6B-E758-4C19-9E2E-9A46764127EA}" dt="2024-03-06T03:07:42.576" v="0"/>
        <pc:sldMkLst>
          <pc:docMk/>
          <pc:sldMk cId="1823041116" sldId="266"/>
        </pc:sldMkLst>
      </pc:sldChg>
      <pc:sldChg chg="modTransition">
        <pc:chgData name="Frank Jamison" userId="ba5cb3d4-e437-4fdd-96e9-c87ac9c47693" providerId="ADAL" clId="{77FD4D6B-E758-4C19-9E2E-9A46764127EA}" dt="2024-03-06T03:07:42.576" v="0"/>
        <pc:sldMkLst>
          <pc:docMk/>
          <pc:sldMk cId="669641065" sldId="267"/>
        </pc:sldMkLst>
      </pc:sldChg>
    </pc:docChg>
  </pc:docChgLst>
  <pc:docChgLst>
    <pc:chgData name="Frank Jamison" userId="ba5cb3d4-e437-4fdd-96e9-c87ac9c47693" providerId="ADAL" clId="{D80519B2-1593-4013-A954-EB2BA8AD9379}"/>
    <pc:docChg chg="undo redo custSel addSld delSld modSld sldOrd">
      <pc:chgData name="Frank Jamison" userId="ba5cb3d4-e437-4fdd-96e9-c87ac9c47693" providerId="ADAL" clId="{D80519B2-1593-4013-A954-EB2BA8AD9379}" dt="2024-01-28T20:46:51.511" v="683" actId="27636"/>
      <pc:docMkLst>
        <pc:docMk/>
      </pc:docMkLst>
      <pc:sldChg chg="addSp delSp modSp mod delDesignElem">
        <pc:chgData name="Frank Jamison" userId="ba5cb3d4-e437-4fdd-96e9-c87ac9c47693" providerId="ADAL" clId="{D80519B2-1593-4013-A954-EB2BA8AD9379}" dt="2024-01-28T20:46:51.511" v="683" actId="27636"/>
        <pc:sldMkLst>
          <pc:docMk/>
          <pc:sldMk cId="3043827549" sldId="256"/>
        </pc:sldMkLst>
        <pc:spChg chg="mod">
          <ac:chgData name="Frank Jamison" userId="ba5cb3d4-e437-4fdd-96e9-c87ac9c47693" providerId="ADAL" clId="{D80519B2-1593-4013-A954-EB2BA8AD9379}" dt="2024-01-28T20:46:23.901" v="678" actId="26606"/>
          <ac:spMkLst>
            <pc:docMk/>
            <pc:sldMk cId="3043827549" sldId="256"/>
            <ac:spMk id="2" creationId="{6F1E4A65-AB9E-7E72-1711-05333CC23E7F}"/>
          </ac:spMkLst>
        </pc:spChg>
        <pc:spChg chg="mod ord">
          <ac:chgData name="Frank Jamison" userId="ba5cb3d4-e437-4fdd-96e9-c87ac9c47693" providerId="ADAL" clId="{D80519B2-1593-4013-A954-EB2BA8AD9379}" dt="2024-01-28T20:46:51.511" v="683" actId="27636"/>
          <ac:spMkLst>
            <pc:docMk/>
            <pc:sldMk cId="3043827549" sldId="256"/>
            <ac:spMk id="3" creationId="{6E589B64-AC5A-0037-0CE4-F63C20E6DDC4}"/>
          </ac:spMkLst>
        </pc:spChg>
        <pc:spChg chg="add del">
          <ac:chgData name="Frank Jamison" userId="ba5cb3d4-e437-4fdd-96e9-c87ac9c47693" providerId="ADAL" clId="{D80519B2-1593-4013-A954-EB2BA8AD9379}" dt="2024-01-28T20:46:23.901" v="678" actId="26606"/>
          <ac:spMkLst>
            <pc:docMk/>
            <pc:sldMk cId="3043827549" sldId="256"/>
            <ac:spMk id="9" creationId="{EBDD1931-9E86-4402-9A68-33A2D9EFB198}"/>
          </ac:spMkLst>
        </pc:spChg>
        <pc:spChg chg="add del">
          <ac:chgData name="Frank Jamison" userId="ba5cb3d4-e437-4fdd-96e9-c87ac9c47693" providerId="ADAL" clId="{D80519B2-1593-4013-A954-EB2BA8AD9379}" dt="2024-01-28T20:46:23.901" v="678" actId="26606"/>
          <ac:spMkLst>
            <pc:docMk/>
            <pc:sldMk cId="3043827549" sldId="256"/>
            <ac:spMk id="11" creationId="{2C61293E-6EBE-43EF-A52C-9BEBFD7679D4}"/>
          </ac:spMkLst>
        </pc:spChg>
        <pc:spChg chg="add del">
          <ac:chgData name="Frank Jamison" userId="ba5cb3d4-e437-4fdd-96e9-c87ac9c47693" providerId="ADAL" clId="{D80519B2-1593-4013-A954-EB2BA8AD9379}" dt="2024-01-28T20:46:23.901" v="678" actId="26606"/>
          <ac:spMkLst>
            <pc:docMk/>
            <pc:sldMk cId="3043827549" sldId="256"/>
            <ac:spMk id="13" creationId="{3FCFB1DE-0B7E-48CC-BA90-B2AB0889F9D6}"/>
          </ac:spMkLst>
        </pc:spChg>
        <pc:spChg chg="add">
          <ac:chgData name="Frank Jamison" userId="ba5cb3d4-e437-4fdd-96e9-c87ac9c47693" providerId="ADAL" clId="{D80519B2-1593-4013-A954-EB2BA8AD9379}" dt="2024-01-28T20:46:23.901" v="678" actId="26606"/>
          <ac:spMkLst>
            <pc:docMk/>
            <pc:sldMk cId="3043827549" sldId="256"/>
            <ac:spMk id="15" creationId="{3540989C-C7B8-473B-BF87-6F2DA6A90006}"/>
          </ac:spMkLst>
        </pc:spChg>
        <pc:spChg chg="add">
          <ac:chgData name="Frank Jamison" userId="ba5cb3d4-e437-4fdd-96e9-c87ac9c47693" providerId="ADAL" clId="{D80519B2-1593-4013-A954-EB2BA8AD9379}" dt="2024-01-28T20:46:23.901" v="678" actId="26606"/>
          <ac:spMkLst>
            <pc:docMk/>
            <pc:sldMk cId="3043827549" sldId="256"/>
            <ac:spMk id="18" creationId="{EBDD1931-9E86-4402-9A68-33A2D9EFB198}"/>
          </ac:spMkLst>
        </pc:spChg>
        <pc:spChg chg="add">
          <ac:chgData name="Frank Jamison" userId="ba5cb3d4-e437-4fdd-96e9-c87ac9c47693" providerId="ADAL" clId="{D80519B2-1593-4013-A954-EB2BA8AD9379}" dt="2024-01-28T20:46:23.901" v="678" actId="26606"/>
          <ac:spMkLst>
            <pc:docMk/>
            <pc:sldMk cId="3043827549" sldId="256"/>
            <ac:spMk id="20" creationId="{457344D1-E597-42B3-8E85-6D7036E54A5E}"/>
          </ac:spMkLst>
        </pc:spChg>
        <pc:spChg chg="add del">
          <ac:chgData name="Frank Jamison" userId="ba5cb3d4-e437-4fdd-96e9-c87ac9c47693" providerId="ADAL" clId="{D80519B2-1593-4013-A954-EB2BA8AD9379}" dt="2024-01-28T20:41:08.934" v="605"/>
          <ac:spMkLst>
            <pc:docMk/>
            <pc:sldMk cId="3043827549" sldId="256"/>
            <ac:spMk id="22" creationId="{EBDD1931-9E86-4402-9A68-33A2D9EFB198}"/>
          </ac:spMkLst>
        </pc:spChg>
        <pc:spChg chg="add del">
          <ac:chgData name="Frank Jamison" userId="ba5cb3d4-e437-4fdd-96e9-c87ac9c47693" providerId="ADAL" clId="{D80519B2-1593-4013-A954-EB2BA8AD9379}" dt="2024-01-28T20:41:08.934" v="605"/>
          <ac:spMkLst>
            <pc:docMk/>
            <pc:sldMk cId="3043827549" sldId="256"/>
            <ac:spMk id="24" creationId="{F13C74B1-5B17-4795-BED0-7140497B445A}"/>
          </ac:spMkLst>
        </pc:spChg>
        <pc:spChg chg="add del">
          <ac:chgData name="Frank Jamison" userId="ba5cb3d4-e437-4fdd-96e9-c87ac9c47693" providerId="ADAL" clId="{D80519B2-1593-4013-A954-EB2BA8AD9379}" dt="2024-01-28T20:41:08.934" v="605"/>
          <ac:spMkLst>
            <pc:docMk/>
            <pc:sldMk cId="3043827549" sldId="256"/>
            <ac:spMk id="26" creationId="{3FCFB1DE-0B7E-48CC-BA90-B2AB0889F9D6}"/>
          </ac:spMkLst>
        </pc:spChg>
        <pc:picChg chg="mod">
          <ac:chgData name="Frank Jamison" userId="ba5cb3d4-e437-4fdd-96e9-c87ac9c47693" providerId="ADAL" clId="{D80519B2-1593-4013-A954-EB2BA8AD9379}" dt="2024-01-28T20:46:23.901" v="678" actId="26606"/>
          <ac:picMkLst>
            <pc:docMk/>
            <pc:sldMk cId="3043827549" sldId="256"/>
            <ac:picMk id="4" creationId="{43076197-634A-5B69-B089-B37BCFEE7BAB}"/>
          </ac:picMkLst>
        </pc:picChg>
      </pc:sldChg>
      <pc:sldChg chg="modSp mod">
        <pc:chgData name="Frank Jamison" userId="ba5cb3d4-e437-4fdd-96e9-c87ac9c47693" providerId="ADAL" clId="{D80519B2-1593-4013-A954-EB2BA8AD9379}" dt="2024-01-28T20:45:35.379" v="677"/>
        <pc:sldMkLst>
          <pc:docMk/>
          <pc:sldMk cId="1004672462" sldId="257"/>
        </pc:sldMkLst>
        <pc:spChg chg="mod">
          <ac:chgData name="Frank Jamison" userId="ba5cb3d4-e437-4fdd-96e9-c87ac9c47693" providerId="ADAL" clId="{D80519B2-1593-4013-A954-EB2BA8AD9379}" dt="2024-01-28T20:45:35.379" v="677"/>
          <ac:spMkLst>
            <pc:docMk/>
            <pc:sldMk cId="1004672462" sldId="257"/>
            <ac:spMk id="2" creationId="{C48F8C9C-53B9-369F-F768-56E0C7FD9412}"/>
          </ac:spMkLst>
        </pc:spChg>
        <pc:spChg chg="mod">
          <ac:chgData name="Frank Jamison" userId="ba5cb3d4-e437-4fdd-96e9-c87ac9c47693" providerId="ADAL" clId="{D80519B2-1593-4013-A954-EB2BA8AD9379}" dt="2024-01-28T20:45:35.379" v="677"/>
          <ac:spMkLst>
            <pc:docMk/>
            <pc:sldMk cId="1004672462" sldId="257"/>
            <ac:spMk id="3" creationId="{D324F65D-730C-8606-EA40-D2DBBC2E7C5A}"/>
          </ac:spMkLst>
        </pc:spChg>
        <pc:picChg chg="mod">
          <ac:chgData name="Frank Jamison" userId="ba5cb3d4-e437-4fdd-96e9-c87ac9c47693" providerId="ADAL" clId="{D80519B2-1593-4013-A954-EB2BA8AD9379}" dt="2024-01-28T20:45:35.379" v="677"/>
          <ac:picMkLst>
            <pc:docMk/>
            <pc:sldMk cId="1004672462" sldId="257"/>
            <ac:picMk id="6" creationId="{DE58ADA7-892E-EDC9-71FB-D708C580A3D3}"/>
          </ac:picMkLst>
        </pc:picChg>
      </pc:sldChg>
      <pc:sldChg chg="addSp delSp modSp mod setBg modClrScheme delDesignElem chgLayout">
        <pc:chgData name="Frank Jamison" userId="ba5cb3d4-e437-4fdd-96e9-c87ac9c47693" providerId="ADAL" clId="{D80519B2-1593-4013-A954-EB2BA8AD9379}" dt="2024-01-28T20:45:35.379" v="677"/>
        <pc:sldMkLst>
          <pc:docMk/>
          <pc:sldMk cId="3477441893" sldId="258"/>
        </pc:sldMkLst>
        <pc:spChg chg="mod ord">
          <ac:chgData name="Frank Jamison" userId="ba5cb3d4-e437-4fdd-96e9-c87ac9c47693" providerId="ADAL" clId="{D80519B2-1593-4013-A954-EB2BA8AD9379}" dt="2024-01-28T20:45:35.379" v="677"/>
          <ac:spMkLst>
            <pc:docMk/>
            <pc:sldMk cId="3477441893" sldId="258"/>
            <ac:spMk id="2" creationId="{6C4CB614-B2AA-1702-29CA-C318BC2DE47A}"/>
          </ac:spMkLst>
        </pc:spChg>
        <pc:spChg chg="mod ord">
          <ac:chgData name="Frank Jamison" userId="ba5cb3d4-e437-4fdd-96e9-c87ac9c47693" providerId="ADAL" clId="{D80519B2-1593-4013-A954-EB2BA8AD9379}" dt="2024-01-28T20:34:32.313" v="512" actId="14100"/>
          <ac:spMkLst>
            <pc:docMk/>
            <pc:sldMk cId="3477441893" sldId="258"/>
            <ac:spMk id="3" creationId="{54B21055-9EF5-EA01-8417-606D537B03FF}"/>
          </ac:spMkLst>
        </pc:spChg>
        <pc:spChg chg="del mod">
          <ac:chgData name="Frank Jamison" userId="ba5cb3d4-e437-4fdd-96e9-c87ac9c47693" providerId="ADAL" clId="{D80519B2-1593-4013-A954-EB2BA8AD9379}" dt="2024-01-28T20:06:51.492" v="325" actId="931"/>
          <ac:spMkLst>
            <pc:docMk/>
            <pc:sldMk cId="3477441893" sldId="258"/>
            <ac:spMk id="4" creationId="{922BF6FA-5C1E-9210-B93F-019553E7674B}"/>
          </ac:spMkLst>
        </pc:spChg>
        <pc:spChg chg="add del mod">
          <ac:chgData name="Frank Jamison" userId="ba5cb3d4-e437-4fdd-96e9-c87ac9c47693" providerId="ADAL" clId="{D80519B2-1593-4013-A954-EB2BA8AD9379}" dt="2024-01-28T20:12:24.617" v="345" actId="931"/>
          <ac:spMkLst>
            <pc:docMk/>
            <pc:sldMk cId="3477441893" sldId="258"/>
            <ac:spMk id="8" creationId="{35B1A8F2-BB0F-2CC6-4BB3-23182EA9C43E}"/>
          </ac:spMkLst>
        </pc:spChg>
        <pc:spChg chg="add del">
          <ac:chgData name="Frank Jamison" userId="ba5cb3d4-e437-4fdd-96e9-c87ac9c47693" providerId="ADAL" clId="{D80519B2-1593-4013-A954-EB2BA8AD9379}" dt="2024-01-28T20:12:17.374" v="343" actId="26606"/>
          <ac:spMkLst>
            <pc:docMk/>
            <pc:sldMk cId="3477441893" sldId="258"/>
            <ac:spMk id="11" creationId="{EBDD1931-9E86-4402-9A68-33A2D9EFB198}"/>
          </ac:spMkLst>
        </pc:spChg>
        <pc:spChg chg="add del">
          <ac:chgData name="Frank Jamison" userId="ba5cb3d4-e437-4fdd-96e9-c87ac9c47693" providerId="ADAL" clId="{D80519B2-1593-4013-A954-EB2BA8AD9379}" dt="2024-01-28T20:12:46.303" v="349" actId="26606"/>
          <ac:spMkLst>
            <pc:docMk/>
            <pc:sldMk cId="3477441893" sldId="258"/>
            <ac:spMk id="12" creationId="{EBDD1931-9E86-4402-9A68-33A2D9EFB198}"/>
          </ac:spMkLst>
        </pc:spChg>
        <pc:spChg chg="add del">
          <ac:chgData name="Frank Jamison" userId="ba5cb3d4-e437-4fdd-96e9-c87ac9c47693" providerId="ADAL" clId="{D80519B2-1593-4013-A954-EB2BA8AD9379}" dt="2024-01-28T20:12:17.374" v="343" actId="26606"/>
          <ac:spMkLst>
            <pc:docMk/>
            <pc:sldMk cId="3477441893" sldId="258"/>
            <ac:spMk id="13" creationId="{457344D1-E597-42B3-8E85-6D7036E54A5E}"/>
          </ac:spMkLst>
        </pc:spChg>
        <pc:spChg chg="add del">
          <ac:chgData name="Frank Jamison" userId="ba5cb3d4-e437-4fdd-96e9-c87ac9c47693" providerId="ADAL" clId="{D80519B2-1593-4013-A954-EB2BA8AD9379}" dt="2024-01-28T20:12:54.255" v="351" actId="26606"/>
          <ac:spMkLst>
            <pc:docMk/>
            <pc:sldMk cId="3477441893" sldId="258"/>
            <ac:spMk id="14" creationId="{EBDD1931-9E86-4402-9A68-33A2D9EFB198}"/>
          </ac:spMkLst>
        </pc:spChg>
        <pc:spChg chg="add del">
          <ac:chgData name="Frank Jamison" userId="ba5cb3d4-e437-4fdd-96e9-c87ac9c47693" providerId="ADAL" clId="{D80519B2-1593-4013-A954-EB2BA8AD9379}" dt="2024-01-28T20:12:17.374" v="343" actId="26606"/>
          <ac:spMkLst>
            <pc:docMk/>
            <pc:sldMk cId="3477441893" sldId="258"/>
            <ac:spMk id="15" creationId="{3540989C-C7B8-473B-BF87-6F2DA6A90006}"/>
          </ac:spMkLst>
        </pc:spChg>
        <pc:spChg chg="add del">
          <ac:chgData name="Frank Jamison" userId="ba5cb3d4-e437-4fdd-96e9-c87ac9c47693" providerId="ADAL" clId="{D80519B2-1593-4013-A954-EB2BA8AD9379}" dt="2024-01-28T20:12:54.255" v="351" actId="26606"/>
          <ac:spMkLst>
            <pc:docMk/>
            <pc:sldMk cId="3477441893" sldId="258"/>
            <ac:spMk id="16" creationId="{743AA782-23D1-4521-8CAD-47662984AA08}"/>
          </ac:spMkLst>
        </pc:spChg>
        <pc:spChg chg="add del">
          <ac:chgData name="Frank Jamison" userId="ba5cb3d4-e437-4fdd-96e9-c87ac9c47693" providerId="ADAL" clId="{D80519B2-1593-4013-A954-EB2BA8AD9379}" dt="2024-01-28T20:12:46.303" v="349" actId="26606"/>
          <ac:spMkLst>
            <pc:docMk/>
            <pc:sldMk cId="3477441893" sldId="258"/>
            <ac:spMk id="17" creationId="{F13C74B1-5B17-4795-BED0-7140497B445A}"/>
          </ac:spMkLst>
        </pc:spChg>
        <pc:spChg chg="add del">
          <ac:chgData name="Frank Jamison" userId="ba5cb3d4-e437-4fdd-96e9-c87ac9c47693" providerId="ADAL" clId="{D80519B2-1593-4013-A954-EB2BA8AD9379}" dt="2024-01-28T20:12:54.255" v="351" actId="26606"/>
          <ac:spMkLst>
            <pc:docMk/>
            <pc:sldMk cId="3477441893" sldId="258"/>
            <ac:spMk id="18" creationId="{3CE8AF5E-D374-4CF1-90CC-35CF73B81C3E}"/>
          </ac:spMkLst>
        </pc:spChg>
        <pc:spChg chg="add del">
          <ac:chgData name="Frank Jamison" userId="ba5cb3d4-e437-4fdd-96e9-c87ac9c47693" providerId="ADAL" clId="{D80519B2-1593-4013-A954-EB2BA8AD9379}" dt="2024-01-28T20:12:46.303" v="349" actId="26606"/>
          <ac:spMkLst>
            <pc:docMk/>
            <pc:sldMk cId="3477441893" sldId="258"/>
            <ac:spMk id="19" creationId="{3FCFB1DE-0B7E-48CC-BA90-B2AB0889F9D6}"/>
          </ac:spMkLst>
        </pc:spChg>
        <pc:spChg chg="add del">
          <ac:chgData name="Frank Jamison" userId="ba5cb3d4-e437-4fdd-96e9-c87ac9c47693" providerId="ADAL" clId="{D80519B2-1593-4013-A954-EB2BA8AD9379}" dt="2024-01-28T20:14:26.850" v="405" actId="26606"/>
          <ac:spMkLst>
            <pc:docMk/>
            <pc:sldMk cId="3477441893" sldId="258"/>
            <ac:spMk id="20" creationId="{EBDD1931-9E86-4402-9A68-33A2D9EFB198}"/>
          </ac:spMkLst>
        </pc:spChg>
        <pc:spChg chg="add del">
          <ac:chgData name="Frank Jamison" userId="ba5cb3d4-e437-4fdd-96e9-c87ac9c47693" providerId="ADAL" clId="{D80519B2-1593-4013-A954-EB2BA8AD9379}" dt="2024-01-28T20:14:26.850" v="405" actId="26606"/>
          <ac:spMkLst>
            <pc:docMk/>
            <pc:sldMk cId="3477441893" sldId="258"/>
            <ac:spMk id="22" creationId="{A6D37EE4-EA1B-46EE-A54B-5233C63C9695}"/>
          </ac:spMkLst>
        </pc:spChg>
        <pc:spChg chg="add del">
          <ac:chgData name="Frank Jamison" userId="ba5cb3d4-e437-4fdd-96e9-c87ac9c47693" providerId="ADAL" clId="{D80519B2-1593-4013-A954-EB2BA8AD9379}" dt="2024-01-28T20:14:26.850" v="405" actId="26606"/>
          <ac:spMkLst>
            <pc:docMk/>
            <pc:sldMk cId="3477441893" sldId="258"/>
            <ac:spMk id="23" creationId="{3CE8AF5E-D374-4CF1-90CC-35CF73B81C3E}"/>
          </ac:spMkLst>
        </pc:spChg>
        <pc:spChg chg="add del">
          <ac:chgData name="Frank Jamison" userId="ba5cb3d4-e437-4fdd-96e9-c87ac9c47693" providerId="ADAL" clId="{D80519B2-1593-4013-A954-EB2BA8AD9379}" dt="2024-01-28T20:17:32.432" v="413" actId="26606"/>
          <ac:spMkLst>
            <pc:docMk/>
            <pc:sldMk cId="3477441893" sldId="258"/>
            <ac:spMk id="24" creationId="{EBDD1931-9E86-4402-9A68-33A2D9EFB198}"/>
          </ac:spMkLst>
        </pc:spChg>
        <pc:spChg chg="add del">
          <ac:chgData name="Frank Jamison" userId="ba5cb3d4-e437-4fdd-96e9-c87ac9c47693" providerId="ADAL" clId="{D80519B2-1593-4013-A954-EB2BA8AD9379}" dt="2024-01-28T20:17:32.432" v="413" actId="26606"/>
          <ac:spMkLst>
            <pc:docMk/>
            <pc:sldMk cId="3477441893" sldId="258"/>
            <ac:spMk id="25" creationId="{2C61293E-6EBE-43EF-A52C-9BEBFD7679D4}"/>
          </ac:spMkLst>
        </pc:spChg>
        <pc:spChg chg="add del">
          <ac:chgData name="Frank Jamison" userId="ba5cb3d4-e437-4fdd-96e9-c87ac9c47693" providerId="ADAL" clId="{D80519B2-1593-4013-A954-EB2BA8AD9379}" dt="2024-01-28T20:17:32.432" v="413" actId="26606"/>
          <ac:spMkLst>
            <pc:docMk/>
            <pc:sldMk cId="3477441893" sldId="258"/>
            <ac:spMk id="26" creationId="{3FCFB1DE-0B7E-48CC-BA90-B2AB0889F9D6}"/>
          </ac:spMkLst>
        </pc:spChg>
        <pc:spChg chg="add del">
          <ac:chgData name="Frank Jamison" userId="ba5cb3d4-e437-4fdd-96e9-c87ac9c47693" providerId="ADAL" clId="{D80519B2-1593-4013-A954-EB2BA8AD9379}" dt="2024-01-28T20:33:17.066" v="501" actId="700"/>
          <ac:spMkLst>
            <pc:docMk/>
            <pc:sldMk cId="3477441893" sldId="258"/>
            <ac:spMk id="27" creationId="{EBDD1931-9E86-4402-9A68-33A2D9EFB198}"/>
          </ac:spMkLst>
        </pc:spChg>
        <pc:spChg chg="add del">
          <ac:chgData name="Frank Jamison" userId="ba5cb3d4-e437-4fdd-96e9-c87ac9c47693" providerId="ADAL" clId="{D80519B2-1593-4013-A954-EB2BA8AD9379}" dt="2024-01-28T20:33:17.066" v="501" actId="700"/>
          <ac:spMkLst>
            <pc:docMk/>
            <pc:sldMk cId="3477441893" sldId="258"/>
            <ac:spMk id="28" creationId="{A6D37EE4-EA1B-46EE-A54B-5233C63C9695}"/>
          </ac:spMkLst>
        </pc:spChg>
        <pc:spChg chg="add del">
          <ac:chgData name="Frank Jamison" userId="ba5cb3d4-e437-4fdd-96e9-c87ac9c47693" providerId="ADAL" clId="{D80519B2-1593-4013-A954-EB2BA8AD9379}" dt="2024-01-28T20:33:17.066" v="501" actId="700"/>
          <ac:spMkLst>
            <pc:docMk/>
            <pc:sldMk cId="3477441893" sldId="258"/>
            <ac:spMk id="29" creationId="{3CE8AF5E-D374-4CF1-90CC-35CF73B81C3E}"/>
          </ac:spMkLst>
        </pc:spChg>
        <pc:picChg chg="add del mod">
          <ac:chgData name="Frank Jamison" userId="ba5cb3d4-e437-4fdd-96e9-c87ac9c47693" providerId="ADAL" clId="{D80519B2-1593-4013-A954-EB2BA8AD9379}" dt="2024-01-28T20:12:20.427" v="344" actId="478"/>
          <ac:picMkLst>
            <pc:docMk/>
            <pc:sldMk cId="3477441893" sldId="258"/>
            <ac:picMk id="6" creationId="{C7255D32-2F9B-A463-F5B3-F88CBBA41321}"/>
          </ac:picMkLst>
        </pc:picChg>
        <pc:picChg chg="add mod ord">
          <ac:chgData name="Frank Jamison" userId="ba5cb3d4-e437-4fdd-96e9-c87ac9c47693" providerId="ADAL" clId="{D80519B2-1593-4013-A954-EB2BA8AD9379}" dt="2024-01-28T20:45:35.379" v="677"/>
          <ac:picMkLst>
            <pc:docMk/>
            <pc:sldMk cId="3477441893" sldId="258"/>
            <ac:picMk id="10" creationId="{77D3DD9E-74A8-091D-8D15-E81B9CA42803}"/>
          </ac:picMkLst>
        </pc:picChg>
        <pc:inkChg chg="add del">
          <ac:chgData name="Frank Jamison" userId="ba5cb3d4-e437-4fdd-96e9-c87ac9c47693" providerId="ADAL" clId="{D80519B2-1593-4013-A954-EB2BA8AD9379}" dt="2024-01-28T20:12:54.255" v="351" actId="26606"/>
          <ac:inkMkLst>
            <pc:docMk/>
            <pc:sldMk cId="3477441893" sldId="258"/>
            <ac:inkMk id="21" creationId="{070477C5-0410-4E4F-97A1-F84C2465C187}"/>
          </ac:inkMkLst>
        </pc:inkChg>
      </pc:sldChg>
      <pc:sldChg chg="modSp mod">
        <pc:chgData name="Frank Jamison" userId="ba5cb3d4-e437-4fdd-96e9-c87ac9c47693" providerId="ADAL" clId="{D80519B2-1593-4013-A954-EB2BA8AD9379}" dt="2024-01-28T20:45:35.379" v="677"/>
        <pc:sldMkLst>
          <pc:docMk/>
          <pc:sldMk cId="3782075422" sldId="259"/>
        </pc:sldMkLst>
        <pc:spChg chg="mod">
          <ac:chgData name="Frank Jamison" userId="ba5cb3d4-e437-4fdd-96e9-c87ac9c47693" providerId="ADAL" clId="{D80519B2-1593-4013-A954-EB2BA8AD9379}" dt="2024-01-28T20:45:35.379" v="677"/>
          <ac:spMkLst>
            <pc:docMk/>
            <pc:sldMk cId="3782075422" sldId="259"/>
            <ac:spMk id="2" creationId="{6C4CB614-B2AA-1702-29CA-C318BC2DE47A}"/>
          </ac:spMkLst>
        </pc:spChg>
        <pc:spChg chg="mod">
          <ac:chgData name="Frank Jamison" userId="ba5cb3d4-e437-4fdd-96e9-c87ac9c47693" providerId="ADAL" clId="{D80519B2-1593-4013-A954-EB2BA8AD9379}" dt="2024-01-28T20:45:35.379" v="677"/>
          <ac:spMkLst>
            <pc:docMk/>
            <pc:sldMk cId="3782075422" sldId="259"/>
            <ac:spMk id="3" creationId="{54B21055-9EF5-EA01-8417-606D537B03FF}"/>
          </ac:spMkLst>
        </pc:spChg>
        <pc:spChg chg="mod">
          <ac:chgData name="Frank Jamison" userId="ba5cb3d4-e437-4fdd-96e9-c87ac9c47693" providerId="ADAL" clId="{D80519B2-1593-4013-A954-EB2BA8AD9379}" dt="2024-01-28T20:45:35.379" v="677"/>
          <ac:spMkLst>
            <pc:docMk/>
            <pc:sldMk cId="3782075422" sldId="259"/>
            <ac:spMk id="4" creationId="{922BF6FA-5C1E-9210-B93F-019553E7674B}"/>
          </ac:spMkLst>
        </pc:spChg>
      </pc:sldChg>
      <pc:sldChg chg="addSp delSp modSp mod ord setBg setClrOvrMap delDesignElem chgLayout">
        <pc:chgData name="Frank Jamison" userId="ba5cb3d4-e437-4fdd-96e9-c87ac9c47693" providerId="ADAL" clId="{D80519B2-1593-4013-A954-EB2BA8AD9379}" dt="2024-01-28T20:45:35.379" v="677"/>
        <pc:sldMkLst>
          <pc:docMk/>
          <pc:sldMk cId="1129286521" sldId="261"/>
        </pc:sldMkLst>
        <pc:spChg chg="mod ord">
          <ac:chgData name="Frank Jamison" userId="ba5cb3d4-e437-4fdd-96e9-c87ac9c47693" providerId="ADAL" clId="{D80519B2-1593-4013-A954-EB2BA8AD9379}" dt="2024-01-28T20:45:35.379" v="677"/>
          <ac:spMkLst>
            <pc:docMk/>
            <pc:sldMk cId="1129286521" sldId="261"/>
            <ac:spMk id="2" creationId="{95E1B118-0140-6C6B-4147-69AE6DC1F713}"/>
          </ac:spMkLst>
        </pc:spChg>
        <pc:spChg chg="mod ord">
          <ac:chgData name="Frank Jamison" userId="ba5cb3d4-e437-4fdd-96e9-c87ac9c47693" providerId="ADAL" clId="{D80519B2-1593-4013-A954-EB2BA8AD9379}" dt="2024-01-28T20:45:35.379" v="677"/>
          <ac:spMkLst>
            <pc:docMk/>
            <pc:sldMk cId="1129286521" sldId="261"/>
            <ac:spMk id="3" creationId="{5E123F55-671A-5B6C-1567-F5BCADFBFECD}"/>
          </ac:spMkLst>
        </pc:spChg>
        <pc:spChg chg="del">
          <ac:chgData name="Frank Jamison" userId="ba5cb3d4-e437-4fdd-96e9-c87ac9c47693" providerId="ADAL" clId="{D80519B2-1593-4013-A954-EB2BA8AD9379}" dt="2024-01-28T19:25:28.650" v="5" actId="478"/>
          <ac:spMkLst>
            <pc:docMk/>
            <pc:sldMk cId="1129286521" sldId="261"/>
            <ac:spMk id="4" creationId="{AA61B55C-5F9D-72ED-FC5C-4605FA31A925}"/>
          </ac:spMkLst>
        </pc:spChg>
        <pc:spChg chg="add del mod">
          <ac:chgData name="Frank Jamison" userId="ba5cb3d4-e437-4fdd-96e9-c87ac9c47693" providerId="ADAL" clId="{D80519B2-1593-4013-A954-EB2BA8AD9379}" dt="2024-01-28T19:26:27.625" v="10" actId="931"/>
          <ac:spMkLst>
            <pc:docMk/>
            <pc:sldMk cId="1129286521" sldId="261"/>
            <ac:spMk id="6" creationId="{AE0E8AE4-EFD1-48CA-8D66-D33D26A3517D}"/>
          </ac:spMkLst>
        </pc:spChg>
        <pc:spChg chg="add del">
          <ac:chgData name="Frank Jamison" userId="ba5cb3d4-e437-4fdd-96e9-c87ac9c47693" providerId="ADAL" clId="{D80519B2-1593-4013-A954-EB2BA8AD9379}" dt="2024-01-28T19:27:03.955" v="13" actId="26606"/>
          <ac:spMkLst>
            <pc:docMk/>
            <pc:sldMk cId="1129286521" sldId="261"/>
            <ac:spMk id="13" creationId="{EBDD1931-9E86-4402-9A68-33A2D9EFB198}"/>
          </ac:spMkLst>
        </pc:spChg>
        <pc:spChg chg="add del">
          <ac:chgData name="Frank Jamison" userId="ba5cb3d4-e437-4fdd-96e9-c87ac9c47693" providerId="ADAL" clId="{D80519B2-1593-4013-A954-EB2BA8AD9379}" dt="2024-01-28T19:27:03.955" v="13" actId="26606"/>
          <ac:spMkLst>
            <pc:docMk/>
            <pc:sldMk cId="1129286521" sldId="261"/>
            <ac:spMk id="15" creationId="{1A9F7B4E-B03D-4F64-BE33-00D074458D45}"/>
          </ac:spMkLst>
        </pc:spChg>
        <pc:spChg chg="add del">
          <ac:chgData name="Frank Jamison" userId="ba5cb3d4-e437-4fdd-96e9-c87ac9c47693" providerId="ADAL" clId="{D80519B2-1593-4013-A954-EB2BA8AD9379}" dt="2024-01-28T19:27:03.955" v="13" actId="26606"/>
          <ac:spMkLst>
            <pc:docMk/>
            <pc:sldMk cId="1129286521" sldId="261"/>
            <ac:spMk id="17" creationId="{1CA8A97F-67F0-4D5F-A850-0C30727D1CE3}"/>
          </ac:spMkLst>
        </pc:spChg>
        <pc:spChg chg="add del">
          <ac:chgData name="Frank Jamison" userId="ba5cb3d4-e437-4fdd-96e9-c87ac9c47693" providerId="ADAL" clId="{D80519B2-1593-4013-A954-EB2BA8AD9379}" dt="2024-01-28T19:28:16.201" v="32" actId="26606"/>
          <ac:spMkLst>
            <pc:docMk/>
            <pc:sldMk cId="1129286521" sldId="261"/>
            <ac:spMk id="19" creationId="{EBDD1931-9E86-4402-9A68-33A2D9EFB198}"/>
          </ac:spMkLst>
        </pc:spChg>
        <pc:spChg chg="add del">
          <ac:chgData name="Frank Jamison" userId="ba5cb3d4-e437-4fdd-96e9-c87ac9c47693" providerId="ADAL" clId="{D80519B2-1593-4013-A954-EB2BA8AD9379}" dt="2024-01-28T19:28:16.201" v="32" actId="26606"/>
          <ac:spMkLst>
            <pc:docMk/>
            <pc:sldMk cId="1129286521" sldId="261"/>
            <ac:spMk id="20" creationId="{F13C74B1-5B17-4795-BED0-7140497B445A}"/>
          </ac:spMkLst>
        </pc:spChg>
        <pc:spChg chg="add del">
          <ac:chgData name="Frank Jamison" userId="ba5cb3d4-e437-4fdd-96e9-c87ac9c47693" providerId="ADAL" clId="{D80519B2-1593-4013-A954-EB2BA8AD9379}" dt="2024-01-28T19:28:16.201" v="32" actId="26606"/>
          <ac:spMkLst>
            <pc:docMk/>
            <pc:sldMk cId="1129286521" sldId="261"/>
            <ac:spMk id="21" creationId="{3FCFB1DE-0B7E-48CC-BA90-B2AB0889F9D6}"/>
          </ac:spMkLst>
        </pc:spChg>
        <pc:spChg chg="add del">
          <ac:chgData name="Frank Jamison" userId="ba5cb3d4-e437-4fdd-96e9-c87ac9c47693" providerId="ADAL" clId="{D80519B2-1593-4013-A954-EB2BA8AD9379}" dt="2024-01-28T19:28:31.082" v="34" actId="26606"/>
          <ac:spMkLst>
            <pc:docMk/>
            <pc:sldMk cId="1129286521" sldId="261"/>
            <ac:spMk id="23" creationId="{EBDD1931-9E86-4402-9A68-33A2D9EFB198}"/>
          </ac:spMkLst>
        </pc:spChg>
        <pc:spChg chg="add del">
          <ac:chgData name="Frank Jamison" userId="ba5cb3d4-e437-4fdd-96e9-c87ac9c47693" providerId="ADAL" clId="{D80519B2-1593-4013-A954-EB2BA8AD9379}" dt="2024-01-28T19:28:31.082" v="34" actId="26606"/>
          <ac:spMkLst>
            <pc:docMk/>
            <pc:sldMk cId="1129286521" sldId="261"/>
            <ac:spMk id="24" creationId="{A9D2268A-D939-4E78-91B6-6C7E46406788}"/>
          </ac:spMkLst>
        </pc:spChg>
        <pc:spChg chg="add del">
          <ac:chgData name="Frank Jamison" userId="ba5cb3d4-e437-4fdd-96e9-c87ac9c47693" providerId="ADAL" clId="{D80519B2-1593-4013-A954-EB2BA8AD9379}" dt="2024-01-28T19:28:31.082" v="34" actId="26606"/>
          <ac:spMkLst>
            <pc:docMk/>
            <pc:sldMk cId="1129286521" sldId="261"/>
            <ac:spMk id="25" creationId="{E0C43A58-225D-452D-8185-0D89D1EED861}"/>
          </ac:spMkLst>
        </pc:spChg>
        <pc:spChg chg="add del">
          <ac:chgData name="Frank Jamison" userId="ba5cb3d4-e437-4fdd-96e9-c87ac9c47693" providerId="ADAL" clId="{D80519B2-1593-4013-A954-EB2BA8AD9379}" dt="2024-01-28T19:28:01.098" v="31" actId="26606"/>
          <ac:spMkLst>
            <pc:docMk/>
            <pc:sldMk cId="1129286521" sldId="261"/>
            <ac:spMk id="26" creationId="{EBDD1931-9E86-4402-9A68-33A2D9EFB198}"/>
          </ac:spMkLst>
        </pc:spChg>
        <pc:spChg chg="add del">
          <ac:chgData name="Frank Jamison" userId="ba5cb3d4-e437-4fdd-96e9-c87ac9c47693" providerId="ADAL" clId="{D80519B2-1593-4013-A954-EB2BA8AD9379}" dt="2024-01-28T19:29:16.261" v="37" actId="26606"/>
          <ac:spMkLst>
            <pc:docMk/>
            <pc:sldMk cId="1129286521" sldId="261"/>
            <ac:spMk id="27" creationId="{EBDD1931-9E86-4402-9A68-33A2D9EFB198}"/>
          </ac:spMkLst>
        </pc:spChg>
        <pc:spChg chg="add del">
          <ac:chgData name="Frank Jamison" userId="ba5cb3d4-e437-4fdd-96e9-c87ac9c47693" providerId="ADAL" clId="{D80519B2-1593-4013-A954-EB2BA8AD9379}" dt="2024-01-28T19:28:01.098" v="31" actId="26606"/>
          <ac:spMkLst>
            <pc:docMk/>
            <pc:sldMk cId="1129286521" sldId="261"/>
            <ac:spMk id="28" creationId="{457344D1-E597-42B3-8E85-6D7036E54A5E}"/>
          </ac:spMkLst>
        </pc:spChg>
        <pc:spChg chg="add del">
          <ac:chgData name="Frank Jamison" userId="ba5cb3d4-e437-4fdd-96e9-c87ac9c47693" providerId="ADAL" clId="{D80519B2-1593-4013-A954-EB2BA8AD9379}" dt="2024-01-28T19:28:01.098" v="31" actId="26606"/>
          <ac:spMkLst>
            <pc:docMk/>
            <pc:sldMk cId="1129286521" sldId="261"/>
            <ac:spMk id="30" creationId="{3540989C-C7B8-473B-BF87-6F2DA6A90006}"/>
          </ac:spMkLst>
        </pc:spChg>
        <pc:spChg chg="add del">
          <ac:chgData name="Frank Jamison" userId="ba5cb3d4-e437-4fdd-96e9-c87ac9c47693" providerId="ADAL" clId="{D80519B2-1593-4013-A954-EB2BA8AD9379}" dt="2024-01-28T19:29:16.261" v="37" actId="26606"/>
          <ac:spMkLst>
            <pc:docMk/>
            <pc:sldMk cId="1129286521" sldId="261"/>
            <ac:spMk id="32" creationId="{B1595A09-E336-4D1B-9B3A-06A2287A54E2}"/>
          </ac:spMkLst>
        </pc:spChg>
        <pc:spChg chg="add del">
          <ac:chgData name="Frank Jamison" userId="ba5cb3d4-e437-4fdd-96e9-c87ac9c47693" providerId="ADAL" clId="{D80519B2-1593-4013-A954-EB2BA8AD9379}" dt="2024-01-28T19:29:16.261" v="37" actId="26606"/>
          <ac:spMkLst>
            <pc:docMk/>
            <pc:sldMk cId="1129286521" sldId="261"/>
            <ac:spMk id="34" creationId="{3540989C-C7B8-473B-BF87-6F2DA6A90006}"/>
          </ac:spMkLst>
        </pc:spChg>
        <pc:spChg chg="add del">
          <ac:chgData name="Frank Jamison" userId="ba5cb3d4-e437-4fdd-96e9-c87ac9c47693" providerId="ADAL" clId="{D80519B2-1593-4013-A954-EB2BA8AD9379}" dt="2024-01-28T20:38:30.337" v="570" actId="700"/>
          <ac:spMkLst>
            <pc:docMk/>
            <pc:sldMk cId="1129286521" sldId="261"/>
            <ac:spMk id="39" creationId="{EBDD1931-9E86-4402-9A68-33A2D9EFB198}"/>
          </ac:spMkLst>
        </pc:spChg>
        <pc:spChg chg="add del">
          <ac:chgData name="Frank Jamison" userId="ba5cb3d4-e437-4fdd-96e9-c87ac9c47693" providerId="ADAL" clId="{D80519B2-1593-4013-A954-EB2BA8AD9379}" dt="2024-01-28T20:38:30.337" v="570" actId="700"/>
          <ac:spMkLst>
            <pc:docMk/>
            <pc:sldMk cId="1129286521" sldId="261"/>
            <ac:spMk id="41" creationId="{2C61293E-6EBE-43EF-A52C-9BEBFD7679D4}"/>
          </ac:spMkLst>
        </pc:spChg>
        <pc:spChg chg="add del">
          <ac:chgData name="Frank Jamison" userId="ba5cb3d4-e437-4fdd-96e9-c87ac9c47693" providerId="ADAL" clId="{D80519B2-1593-4013-A954-EB2BA8AD9379}" dt="2024-01-28T20:38:30.337" v="570" actId="700"/>
          <ac:spMkLst>
            <pc:docMk/>
            <pc:sldMk cId="1129286521" sldId="261"/>
            <ac:spMk id="43" creationId="{3FCFB1DE-0B7E-48CC-BA90-B2AB0889F9D6}"/>
          </ac:spMkLst>
        </pc:spChg>
        <pc:picChg chg="add mod ord">
          <ac:chgData name="Frank Jamison" userId="ba5cb3d4-e437-4fdd-96e9-c87ac9c47693" providerId="ADAL" clId="{D80519B2-1593-4013-A954-EB2BA8AD9379}" dt="2024-01-28T20:45:35.379" v="677"/>
          <ac:picMkLst>
            <pc:docMk/>
            <pc:sldMk cId="1129286521" sldId="261"/>
            <ac:picMk id="8" creationId="{C1C22D0E-C9D5-4F60-D5A9-1A2E7CCC8D9A}"/>
          </ac:picMkLst>
        </pc:picChg>
      </pc:sldChg>
      <pc:sldChg chg="modSp del mod">
        <pc:chgData name="Frank Jamison" userId="ba5cb3d4-e437-4fdd-96e9-c87ac9c47693" providerId="ADAL" clId="{D80519B2-1593-4013-A954-EB2BA8AD9379}" dt="2024-01-28T20:30:50.538" v="491" actId="2696"/>
        <pc:sldMkLst>
          <pc:docMk/>
          <pc:sldMk cId="1459892299" sldId="262"/>
        </pc:sldMkLst>
        <pc:spChg chg="mod">
          <ac:chgData name="Frank Jamison" userId="ba5cb3d4-e437-4fdd-96e9-c87ac9c47693" providerId="ADAL" clId="{D80519B2-1593-4013-A954-EB2BA8AD9379}" dt="2024-01-28T19:26:27.986" v="11" actId="27636"/>
          <ac:spMkLst>
            <pc:docMk/>
            <pc:sldMk cId="1459892299" sldId="262"/>
            <ac:spMk id="3" creationId="{A01043AF-18E0-E33A-33AB-574CBB4314DC}"/>
          </ac:spMkLst>
        </pc:spChg>
      </pc:sldChg>
      <pc:sldChg chg="del">
        <pc:chgData name="Frank Jamison" userId="ba5cb3d4-e437-4fdd-96e9-c87ac9c47693" providerId="ADAL" clId="{D80519B2-1593-4013-A954-EB2BA8AD9379}" dt="2024-01-28T20:30:55.063" v="492" actId="2696"/>
        <pc:sldMkLst>
          <pc:docMk/>
          <pc:sldMk cId="2369098636" sldId="264"/>
        </pc:sldMkLst>
      </pc:sldChg>
      <pc:sldChg chg="modSp">
        <pc:chgData name="Frank Jamison" userId="ba5cb3d4-e437-4fdd-96e9-c87ac9c47693" providerId="ADAL" clId="{D80519B2-1593-4013-A954-EB2BA8AD9379}" dt="2024-01-28T20:45:35.379" v="677"/>
        <pc:sldMkLst>
          <pc:docMk/>
          <pc:sldMk cId="3721908322" sldId="265"/>
        </pc:sldMkLst>
        <pc:spChg chg="mod">
          <ac:chgData name="Frank Jamison" userId="ba5cb3d4-e437-4fdd-96e9-c87ac9c47693" providerId="ADAL" clId="{D80519B2-1593-4013-A954-EB2BA8AD9379}" dt="2024-01-28T20:45:35.379" v="677"/>
          <ac:spMkLst>
            <pc:docMk/>
            <pc:sldMk cId="3721908322" sldId="265"/>
            <ac:spMk id="2" creationId="{3E1A6FA2-3E81-42B4-BB1F-A03FE0F34BDF}"/>
          </ac:spMkLst>
        </pc:spChg>
        <pc:spChg chg="mod">
          <ac:chgData name="Frank Jamison" userId="ba5cb3d4-e437-4fdd-96e9-c87ac9c47693" providerId="ADAL" clId="{D80519B2-1593-4013-A954-EB2BA8AD9379}" dt="2024-01-28T20:45:35.379" v="677"/>
          <ac:spMkLst>
            <pc:docMk/>
            <pc:sldMk cId="3721908322" sldId="265"/>
            <ac:spMk id="3" creationId="{4D0C7308-C85E-6D08-D538-FA2086A1BD18}"/>
          </ac:spMkLst>
        </pc:spChg>
      </pc:sldChg>
      <pc:sldChg chg="addSp delSp modSp new mod ord setBg">
        <pc:chgData name="Frank Jamison" userId="ba5cb3d4-e437-4fdd-96e9-c87ac9c47693" providerId="ADAL" clId="{D80519B2-1593-4013-A954-EB2BA8AD9379}" dt="2024-01-28T20:45:35.379" v="677"/>
        <pc:sldMkLst>
          <pc:docMk/>
          <pc:sldMk cId="1823041116" sldId="266"/>
        </pc:sldMkLst>
        <pc:spChg chg="mod">
          <ac:chgData name="Frank Jamison" userId="ba5cb3d4-e437-4fdd-96e9-c87ac9c47693" providerId="ADAL" clId="{D80519B2-1593-4013-A954-EB2BA8AD9379}" dt="2024-01-28T20:45:35.379" v="677"/>
          <ac:spMkLst>
            <pc:docMk/>
            <pc:sldMk cId="1823041116" sldId="266"/>
            <ac:spMk id="2" creationId="{A7A377CF-24A6-29CA-2029-E4177D380CB8}"/>
          </ac:spMkLst>
        </pc:spChg>
        <pc:spChg chg="mod">
          <ac:chgData name="Frank Jamison" userId="ba5cb3d4-e437-4fdd-96e9-c87ac9c47693" providerId="ADAL" clId="{D80519B2-1593-4013-A954-EB2BA8AD9379}" dt="2024-01-28T20:45:35.379" v="677"/>
          <ac:spMkLst>
            <pc:docMk/>
            <pc:sldMk cId="1823041116" sldId="266"/>
            <ac:spMk id="3" creationId="{172E4777-8142-6221-D594-0D445BB3D14F}"/>
          </ac:spMkLst>
        </pc:spChg>
        <pc:spChg chg="add del mod">
          <ac:chgData name="Frank Jamison" userId="ba5cb3d4-e437-4fdd-96e9-c87ac9c47693" providerId="ADAL" clId="{D80519B2-1593-4013-A954-EB2BA8AD9379}" dt="2024-01-28T20:45:35.379" v="677"/>
          <ac:spMkLst>
            <pc:docMk/>
            <pc:sldMk cId="1823041116" sldId="266"/>
            <ac:spMk id="4" creationId="{1B072EDD-D6BC-70B0-C412-49722B422864}"/>
          </ac:spMkLst>
        </pc:spChg>
        <pc:spChg chg="mod">
          <ac:chgData name="Frank Jamison" userId="ba5cb3d4-e437-4fdd-96e9-c87ac9c47693" providerId="ADAL" clId="{D80519B2-1593-4013-A954-EB2BA8AD9379}" dt="2024-01-28T20:45:35.379" v="677"/>
          <ac:spMkLst>
            <pc:docMk/>
            <pc:sldMk cId="1823041116" sldId="266"/>
            <ac:spMk id="5" creationId="{5D02229E-0CB3-E5D3-8FAA-2A1721C91A9F}"/>
          </ac:spMkLst>
        </pc:spChg>
        <pc:spChg chg="mod">
          <ac:chgData name="Frank Jamison" userId="ba5cb3d4-e437-4fdd-96e9-c87ac9c47693" providerId="ADAL" clId="{D80519B2-1593-4013-A954-EB2BA8AD9379}" dt="2024-01-28T20:45:35.379" v="677"/>
          <ac:spMkLst>
            <pc:docMk/>
            <pc:sldMk cId="1823041116" sldId="266"/>
            <ac:spMk id="6" creationId="{081E1C23-1A33-500E-B460-B47FAE484AEE}"/>
          </ac:spMkLst>
        </pc:spChg>
        <pc:spChg chg="add del">
          <ac:chgData name="Frank Jamison" userId="ba5cb3d4-e437-4fdd-96e9-c87ac9c47693" providerId="ADAL" clId="{D80519B2-1593-4013-A954-EB2BA8AD9379}" dt="2024-01-28T19:41:02.210" v="79" actId="26606"/>
          <ac:spMkLst>
            <pc:docMk/>
            <pc:sldMk cId="1823041116" sldId="266"/>
            <ac:spMk id="9" creationId="{EBDD1931-9E86-4402-9A68-33A2D9EFB198}"/>
          </ac:spMkLst>
        </pc:spChg>
        <pc:spChg chg="add del">
          <ac:chgData name="Frank Jamison" userId="ba5cb3d4-e437-4fdd-96e9-c87ac9c47693" providerId="ADAL" clId="{D80519B2-1593-4013-A954-EB2BA8AD9379}" dt="2024-01-28T19:41:02.210" v="79" actId="26606"/>
          <ac:spMkLst>
            <pc:docMk/>
            <pc:sldMk cId="1823041116" sldId="266"/>
            <ac:spMk id="10" creationId="{4C10CBC8-7837-4750-8EE9-B4C3D50488F6}"/>
          </ac:spMkLst>
        </pc:spChg>
        <pc:spChg chg="add del">
          <ac:chgData name="Frank Jamison" userId="ba5cb3d4-e437-4fdd-96e9-c87ac9c47693" providerId="ADAL" clId="{D80519B2-1593-4013-A954-EB2BA8AD9379}" dt="2024-01-28T19:41:02.210" v="79" actId="26606"/>
          <ac:spMkLst>
            <pc:docMk/>
            <pc:sldMk cId="1823041116" sldId="266"/>
            <ac:spMk id="11" creationId="{69014793-11D4-4A17-9261-1A2E683ADF75}"/>
          </ac:spMkLst>
        </pc:spChg>
        <pc:spChg chg="add del">
          <ac:chgData name="Frank Jamison" userId="ba5cb3d4-e437-4fdd-96e9-c87ac9c47693" providerId="ADAL" clId="{D80519B2-1593-4013-A954-EB2BA8AD9379}" dt="2024-01-28T19:40:52.616" v="77" actId="26606"/>
          <ac:spMkLst>
            <pc:docMk/>
            <pc:sldMk cId="1823041116" sldId="266"/>
            <ac:spMk id="12" creationId="{EBDD1931-9E86-4402-9A68-33A2D9EFB198}"/>
          </ac:spMkLst>
        </pc:spChg>
        <pc:spChg chg="add del">
          <ac:chgData name="Frank Jamison" userId="ba5cb3d4-e437-4fdd-96e9-c87ac9c47693" providerId="ADAL" clId="{D80519B2-1593-4013-A954-EB2BA8AD9379}" dt="2024-01-28T19:40:52.616" v="77" actId="26606"/>
          <ac:spMkLst>
            <pc:docMk/>
            <pc:sldMk cId="1823041116" sldId="266"/>
            <ac:spMk id="14" creationId="{247B6BBF-09F2-4A29-AE4E-3771E2924817}"/>
          </ac:spMkLst>
        </pc:spChg>
        <pc:spChg chg="add del">
          <ac:chgData name="Frank Jamison" userId="ba5cb3d4-e437-4fdd-96e9-c87ac9c47693" providerId="ADAL" clId="{D80519B2-1593-4013-A954-EB2BA8AD9379}" dt="2024-01-28T19:40:52.616" v="77" actId="26606"/>
          <ac:spMkLst>
            <pc:docMk/>
            <pc:sldMk cId="1823041116" sldId="266"/>
            <ac:spMk id="16" creationId="{535742DD-1B16-4E9D-B715-0D74B4574A68}"/>
          </ac:spMkLst>
        </pc:spChg>
        <pc:graphicFrameChg chg="add del">
          <ac:chgData name="Frank Jamison" userId="ba5cb3d4-e437-4fdd-96e9-c87ac9c47693" providerId="ADAL" clId="{D80519B2-1593-4013-A954-EB2BA8AD9379}" dt="2024-01-28T19:40:33.219" v="75" actId="26606"/>
          <ac:graphicFrameMkLst>
            <pc:docMk/>
            <pc:sldMk cId="1823041116" sldId="266"/>
            <ac:graphicFrameMk id="8" creationId="{691326D9-998D-5177-F53A-00C7060D42B4}"/>
          </ac:graphicFrameMkLst>
        </pc:graphicFrameChg>
      </pc:sldChg>
      <pc:sldChg chg="addSp delSp modSp new mod setBg delDesignElem chgLayout">
        <pc:chgData name="Frank Jamison" userId="ba5cb3d4-e437-4fdd-96e9-c87ac9c47693" providerId="ADAL" clId="{D80519B2-1593-4013-A954-EB2BA8AD9379}" dt="2024-01-28T20:45:35.379" v="677"/>
        <pc:sldMkLst>
          <pc:docMk/>
          <pc:sldMk cId="669641065" sldId="267"/>
        </pc:sldMkLst>
        <pc:spChg chg="mod ord">
          <ac:chgData name="Frank Jamison" userId="ba5cb3d4-e437-4fdd-96e9-c87ac9c47693" providerId="ADAL" clId="{D80519B2-1593-4013-A954-EB2BA8AD9379}" dt="2024-01-28T20:45:35.379" v="677"/>
          <ac:spMkLst>
            <pc:docMk/>
            <pc:sldMk cId="669641065" sldId="267"/>
            <ac:spMk id="2" creationId="{879A2209-16B6-F946-3151-D8B94B956B16}"/>
          </ac:spMkLst>
        </pc:spChg>
        <pc:spChg chg="add del">
          <ac:chgData name="Frank Jamison" userId="ba5cb3d4-e437-4fdd-96e9-c87ac9c47693" providerId="ADAL" clId="{D80519B2-1593-4013-A954-EB2BA8AD9379}" dt="2024-01-28T19:45:05.264" v="87" actId="3680"/>
          <ac:spMkLst>
            <pc:docMk/>
            <pc:sldMk cId="669641065" sldId="267"/>
            <ac:spMk id="3" creationId="{EB7FF658-F07A-101B-E658-2228040BC0B2}"/>
          </ac:spMkLst>
        </pc:spChg>
        <pc:spChg chg="add del">
          <ac:chgData name="Frank Jamison" userId="ba5cb3d4-e437-4fdd-96e9-c87ac9c47693" providerId="ADAL" clId="{D80519B2-1593-4013-A954-EB2BA8AD9379}" dt="2024-01-28T19:52:59.705" v="204" actId="26606"/>
          <ac:spMkLst>
            <pc:docMk/>
            <pc:sldMk cId="669641065" sldId="267"/>
            <ac:spMk id="10" creationId="{35DB3719-6FDC-4E5D-891D-FF40B7300F64}"/>
          </ac:spMkLst>
        </pc:spChg>
        <pc:spChg chg="add del">
          <ac:chgData name="Frank Jamison" userId="ba5cb3d4-e437-4fdd-96e9-c87ac9c47693" providerId="ADAL" clId="{D80519B2-1593-4013-A954-EB2BA8AD9379}" dt="2024-01-28T19:53:05.986" v="206" actId="26606"/>
          <ac:spMkLst>
            <pc:docMk/>
            <pc:sldMk cId="669641065" sldId="267"/>
            <ac:spMk id="12" creationId="{535742DD-1B16-4E9D-B715-0D74B4574A68}"/>
          </ac:spMkLst>
        </pc:spChg>
        <pc:spChg chg="add del">
          <ac:chgData name="Frank Jamison" userId="ba5cb3d4-e437-4fdd-96e9-c87ac9c47693" providerId="ADAL" clId="{D80519B2-1593-4013-A954-EB2BA8AD9379}" dt="2024-01-28T19:53:05.986" v="206" actId="26606"/>
          <ac:spMkLst>
            <pc:docMk/>
            <pc:sldMk cId="669641065" sldId="267"/>
            <ac:spMk id="13" creationId="{247B6BBF-09F2-4A29-AE4E-3771E2924817}"/>
          </ac:spMkLst>
        </pc:spChg>
        <pc:spChg chg="add del">
          <ac:chgData name="Frank Jamison" userId="ba5cb3d4-e437-4fdd-96e9-c87ac9c47693" providerId="ADAL" clId="{D80519B2-1593-4013-A954-EB2BA8AD9379}" dt="2024-01-28T19:54:32.633" v="214" actId="26606"/>
          <ac:spMkLst>
            <pc:docMk/>
            <pc:sldMk cId="669641065" sldId="267"/>
            <ac:spMk id="15" creationId="{DA381740-063A-41A4-836D-85D14980EEF0}"/>
          </ac:spMkLst>
        </pc:spChg>
        <pc:spChg chg="add del">
          <ac:chgData name="Frank Jamison" userId="ba5cb3d4-e437-4fdd-96e9-c87ac9c47693" providerId="ADAL" clId="{D80519B2-1593-4013-A954-EB2BA8AD9379}" dt="2024-01-28T19:54:32.633" v="214" actId="26606"/>
          <ac:spMkLst>
            <pc:docMk/>
            <pc:sldMk cId="669641065" sldId="267"/>
            <ac:spMk id="16" creationId="{BCED4D40-4B67-4331-AC48-79B82B4A47D8}"/>
          </ac:spMkLst>
        </pc:spChg>
        <pc:spChg chg="add del">
          <ac:chgData name="Frank Jamison" userId="ba5cb3d4-e437-4fdd-96e9-c87ac9c47693" providerId="ADAL" clId="{D80519B2-1593-4013-A954-EB2BA8AD9379}" dt="2024-01-28T19:54:29.893" v="211" actId="26606"/>
          <ac:spMkLst>
            <pc:docMk/>
            <pc:sldMk cId="669641065" sldId="267"/>
            <ac:spMk id="21" creationId="{247B6BBF-09F2-4A29-AE4E-3771E2924817}"/>
          </ac:spMkLst>
        </pc:spChg>
        <pc:spChg chg="add del">
          <ac:chgData name="Frank Jamison" userId="ba5cb3d4-e437-4fdd-96e9-c87ac9c47693" providerId="ADAL" clId="{D80519B2-1593-4013-A954-EB2BA8AD9379}" dt="2024-01-28T19:54:29.893" v="211" actId="26606"/>
          <ac:spMkLst>
            <pc:docMk/>
            <pc:sldMk cId="669641065" sldId="267"/>
            <ac:spMk id="23" creationId="{535742DD-1B16-4E9D-B715-0D74B4574A68}"/>
          </ac:spMkLst>
        </pc:spChg>
        <pc:spChg chg="add del">
          <ac:chgData name="Frank Jamison" userId="ba5cb3d4-e437-4fdd-96e9-c87ac9c47693" providerId="ADAL" clId="{D80519B2-1593-4013-A954-EB2BA8AD9379}" dt="2024-01-28T19:54:32.621" v="213" actId="26606"/>
          <ac:spMkLst>
            <pc:docMk/>
            <pc:sldMk cId="669641065" sldId="267"/>
            <ac:spMk id="25" creationId="{247B6BBF-09F2-4A29-AE4E-3771E2924817}"/>
          </ac:spMkLst>
        </pc:spChg>
        <pc:spChg chg="add del">
          <ac:chgData name="Frank Jamison" userId="ba5cb3d4-e437-4fdd-96e9-c87ac9c47693" providerId="ADAL" clId="{D80519B2-1593-4013-A954-EB2BA8AD9379}" dt="2024-01-28T19:54:32.621" v="213" actId="26606"/>
          <ac:spMkLst>
            <pc:docMk/>
            <pc:sldMk cId="669641065" sldId="267"/>
            <ac:spMk id="26" creationId="{535742DD-1B16-4E9D-B715-0D74B4574A68}"/>
          </ac:spMkLst>
        </pc:spChg>
        <pc:spChg chg="add del">
          <ac:chgData name="Frank Jamison" userId="ba5cb3d4-e437-4fdd-96e9-c87ac9c47693" providerId="ADAL" clId="{D80519B2-1593-4013-A954-EB2BA8AD9379}" dt="2024-01-28T19:54:58.955" v="216" actId="26606"/>
          <ac:spMkLst>
            <pc:docMk/>
            <pc:sldMk cId="669641065" sldId="267"/>
            <ac:spMk id="28" creationId="{247B6BBF-09F2-4A29-AE4E-3771E2924817}"/>
          </ac:spMkLst>
        </pc:spChg>
        <pc:spChg chg="add del">
          <ac:chgData name="Frank Jamison" userId="ba5cb3d4-e437-4fdd-96e9-c87ac9c47693" providerId="ADAL" clId="{D80519B2-1593-4013-A954-EB2BA8AD9379}" dt="2024-01-28T19:54:58.955" v="216" actId="26606"/>
          <ac:spMkLst>
            <pc:docMk/>
            <pc:sldMk cId="669641065" sldId="267"/>
            <ac:spMk id="29" creationId="{535742DD-1B16-4E9D-B715-0D74B4574A68}"/>
          </ac:spMkLst>
        </pc:spChg>
        <pc:spChg chg="add del">
          <ac:chgData name="Frank Jamison" userId="ba5cb3d4-e437-4fdd-96e9-c87ac9c47693" providerId="ADAL" clId="{D80519B2-1593-4013-A954-EB2BA8AD9379}" dt="2024-01-28T19:56:37.445" v="229" actId="26606"/>
          <ac:spMkLst>
            <pc:docMk/>
            <pc:sldMk cId="669641065" sldId="267"/>
            <ac:spMk id="34" creationId="{4C10CBC8-7837-4750-8EE9-B4C3D50488F6}"/>
          </ac:spMkLst>
        </pc:spChg>
        <pc:spChg chg="add del">
          <ac:chgData name="Frank Jamison" userId="ba5cb3d4-e437-4fdd-96e9-c87ac9c47693" providerId="ADAL" clId="{D80519B2-1593-4013-A954-EB2BA8AD9379}" dt="2024-01-28T19:56:37.445" v="229" actId="26606"/>
          <ac:spMkLst>
            <pc:docMk/>
            <pc:sldMk cId="669641065" sldId="267"/>
            <ac:spMk id="36" creationId="{69014793-11D4-4A17-9261-1A2E683ADF75}"/>
          </ac:spMkLst>
        </pc:spChg>
        <pc:spChg chg="add del">
          <ac:chgData name="Frank Jamison" userId="ba5cb3d4-e437-4fdd-96e9-c87ac9c47693" providerId="ADAL" clId="{D80519B2-1593-4013-A954-EB2BA8AD9379}" dt="2024-01-28T19:57:21.853" v="232" actId="700"/>
          <ac:spMkLst>
            <pc:docMk/>
            <pc:sldMk cId="669641065" sldId="267"/>
            <ac:spMk id="41" creationId="{247B6BBF-09F2-4A29-AE4E-3771E2924817}"/>
          </ac:spMkLst>
        </pc:spChg>
        <pc:spChg chg="add del">
          <ac:chgData name="Frank Jamison" userId="ba5cb3d4-e437-4fdd-96e9-c87ac9c47693" providerId="ADAL" clId="{D80519B2-1593-4013-A954-EB2BA8AD9379}" dt="2024-01-28T19:57:21.853" v="232" actId="700"/>
          <ac:spMkLst>
            <pc:docMk/>
            <pc:sldMk cId="669641065" sldId="267"/>
            <ac:spMk id="43" creationId="{535742DD-1B16-4E9D-B715-0D74B4574A68}"/>
          </ac:spMkLst>
        </pc:spChg>
        <pc:graphicFrameChg chg="add del mod ord modGraphic">
          <ac:chgData name="Frank Jamison" userId="ba5cb3d4-e437-4fdd-96e9-c87ac9c47693" providerId="ADAL" clId="{D80519B2-1593-4013-A954-EB2BA8AD9379}" dt="2024-01-28T19:44:53.949" v="86" actId="3680"/>
          <ac:graphicFrameMkLst>
            <pc:docMk/>
            <pc:sldMk cId="669641065" sldId="267"/>
            <ac:graphicFrameMk id="4" creationId="{337B4DE8-B685-7CA6-84AF-5B20EBF5B976}"/>
          </ac:graphicFrameMkLst>
        </pc:graphicFrameChg>
        <pc:graphicFrameChg chg="add mod ord modGraphic">
          <ac:chgData name="Frank Jamison" userId="ba5cb3d4-e437-4fdd-96e9-c87ac9c47693" providerId="ADAL" clId="{D80519B2-1593-4013-A954-EB2BA8AD9379}" dt="2024-01-28T20:45:35.379" v="677"/>
          <ac:graphicFrameMkLst>
            <pc:docMk/>
            <pc:sldMk cId="669641065" sldId="267"/>
            <ac:graphicFrameMk id="5" creationId="{96EE9297-A171-9C8B-B10A-77AAC547CD63}"/>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3/5/2024</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4287209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3/5/2024</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631579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3/5/2024</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180185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3/5/2024</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260764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3/5/2024</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141512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3/5/2024</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219050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3/5/2024</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082467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3/5/2024</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0731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3/5/2024</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4104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3/5/2024</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255872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3/5/2024</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98860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3/5/2024</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117338458"/>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29" r:id="rId6"/>
    <p:sldLayoutId id="2147483725" r:id="rId7"/>
    <p:sldLayoutId id="2147483726" r:id="rId8"/>
    <p:sldLayoutId id="2147483727" r:id="rId9"/>
    <p:sldLayoutId id="2147483728" r:id="rId10"/>
    <p:sldLayoutId id="2147483730" r:id="rId11"/>
  </p:sldLayoutIdLst>
  <p:txStyles>
    <p:titleStyle>
      <a:lvl1pPr algn="l" defTabSz="914400" rtl="0" eaLnBrk="1" latinLnBrk="0" hangingPunct="1">
        <a:lnSpc>
          <a:spcPct val="100000"/>
        </a:lnSpc>
        <a:spcBef>
          <a:spcPct val="0"/>
        </a:spcBef>
        <a:buNone/>
        <a:defRPr sz="5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hyperlink" Target="https://www.cuemath.com/algebra/algebraic-expressio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7">
            <a:extLst>
              <a:ext uri="{FF2B5EF4-FFF2-40B4-BE49-F238E27FC236}">
                <a16:creationId xmlns:a16="http://schemas.microsoft.com/office/drawing/2014/main" id="{EBDD1931-9E86-4402-9A68-33A2D9EFB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20" name="Rectangle 19">
            <a:extLst>
              <a:ext uri="{FF2B5EF4-FFF2-40B4-BE49-F238E27FC236}">
                <a16:creationId xmlns:a16="http://schemas.microsoft.com/office/drawing/2014/main" id="{457344D1-E597-42B3-8E85-6D7036E54A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1E4A65-AB9E-7E72-1711-05333CC23E7F}"/>
              </a:ext>
            </a:extLst>
          </p:cNvPr>
          <p:cNvSpPr>
            <a:spLocks noGrp="1"/>
          </p:cNvSpPr>
          <p:nvPr>
            <p:ph type="ctrTitle"/>
          </p:nvPr>
        </p:nvSpPr>
        <p:spPr>
          <a:xfrm>
            <a:off x="640080" y="4777739"/>
            <a:ext cx="3418990" cy="1412119"/>
          </a:xfrm>
        </p:spPr>
        <p:txBody>
          <a:bodyPr vert="horz" lIns="91440" tIns="45720" rIns="91440" bIns="45720" rtlCol="0" anchor="ctr">
            <a:normAutofit/>
          </a:bodyPr>
          <a:lstStyle/>
          <a:p>
            <a:pPr>
              <a:lnSpc>
                <a:spcPct val="90000"/>
              </a:lnSpc>
            </a:pPr>
            <a:r>
              <a:rPr lang="en-US" sz="4800"/>
              <a:t>Enhancing Writing in Mathematics</a:t>
            </a:r>
          </a:p>
        </p:txBody>
      </p:sp>
      <p:pic>
        <p:nvPicPr>
          <p:cNvPr id="4" name="Picture 3" descr="Colored pencils inside a pencil holder which is on top of a wood table">
            <a:extLst>
              <a:ext uri="{FF2B5EF4-FFF2-40B4-BE49-F238E27FC236}">
                <a16:creationId xmlns:a16="http://schemas.microsoft.com/office/drawing/2014/main" id="{43076197-634A-5B69-B089-B37BCFEE7BAB}"/>
              </a:ext>
            </a:extLst>
          </p:cNvPr>
          <p:cNvPicPr>
            <a:picLocks noChangeAspect="1"/>
          </p:cNvPicPr>
          <p:nvPr/>
        </p:nvPicPr>
        <p:blipFill rotWithShape="1">
          <a:blip r:embed="rId2"/>
          <a:srcRect t="43598" b="2233"/>
          <a:stretch/>
        </p:blipFill>
        <p:spPr>
          <a:xfrm>
            <a:off x="20" y="-1"/>
            <a:ext cx="12191980" cy="4408344"/>
          </a:xfrm>
          <a:custGeom>
            <a:avLst/>
            <a:gdLst/>
            <a:ahLst/>
            <a:cxnLst/>
            <a:rect l="l" t="t" r="r" b="b"/>
            <a:pathLst>
              <a:path w="12192000" h="4408344">
                <a:moveTo>
                  <a:pt x="0" y="0"/>
                </a:moveTo>
                <a:lnTo>
                  <a:pt x="12192000" y="0"/>
                </a:lnTo>
                <a:lnTo>
                  <a:pt x="12192000" y="4381821"/>
                </a:lnTo>
                <a:lnTo>
                  <a:pt x="11986461" y="4386473"/>
                </a:lnTo>
                <a:cubicBezTo>
                  <a:pt x="11912297" y="4385498"/>
                  <a:pt x="11838168" y="4381870"/>
                  <a:pt x="11764214" y="4375593"/>
                </a:cubicBezTo>
                <a:cubicBezTo>
                  <a:pt x="11656850" y="4367589"/>
                  <a:pt x="11548596" y="4356535"/>
                  <a:pt x="11441995" y="4376864"/>
                </a:cubicBezTo>
                <a:cubicBezTo>
                  <a:pt x="11324975" y="4399353"/>
                  <a:pt x="11208081" y="4399480"/>
                  <a:pt x="11090044" y="4393763"/>
                </a:cubicBezTo>
                <a:cubicBezTo>
                  <a:pt x="10989160" y="4388935"/>
                  <a:pt x="10888657" y="4363523"/>
                  <a:pt x="10787011" y="4390332"/>
                </a:cubicBezTo>
                <a:cubicBezTo>
                  <a:pt x="10776897" y="4391806"/>
                  <a:pt x="10766592" y="4391374"/>
                  <a:pt x="10756643" y="4389062"/>
                </a:cubicBezTo>
                <a:cubicBezTo>
                  <a:pt x="10645468" y="4373688"/>
                  <a:pt x="10533530" y="4386266"/>
                  <a:pt x="10421973" y="4381946"/>
                </a:cubicBezTo>
                <a:cubicBezTo>
                  <a:pt x="10370515" y="4379913"/>
                  <a:pt x="10318040" y="4381057"/>
                  <a:pt x="10267216" y="4375593"/>
                </a:cubicBezTo>
                <a:cubicBezTo>
                  <a:pt x="10150577" y="4363142"/>
                  <a:pt x="10034192" y="4356535"/>
                  <a:pt x="9918824" y="4385885"/>
                </a:cubicBezTo>
                <a:cubicBezTo>
                  <a:pt x="9885153" y="4393801"/>
                  <a:pt x="9850745" y="4398057"/>
                  <a:pt x="9816160" y="4398591"/>
                </a:cubicBezTo>
                <a:cubicBezTo>
                  <a:pt x="9703206" y="4402657"/>
                  <a:pt x="9590632" y="4394906"/>
                  <a:pt x="9478059" y="4388553"/>
                </a:cubicBezTo>
                <a:cubicBezTo>
                  <a:pt x="9399918" y="4384106"/>
                  <a:pt x="9321904" y="4374450"/>
                  <a:pt x="9243637" y="4382582"/>
                </a:cubicBezTo>
                <a:cubicBezTo>
                  <a:pt x="9198150" y="4387283"/>
                  <a:pt x="9152282" y="4387283"/>
                  <a:pt x="9106795" y="4382582"/>
                </a:cubicBezTo>
                <a:cubicBezTo>
                  <a:pt x="9022962" y="4372760"/>
                  <a:pt x="8938380" y="4370930"/>
                  <a:pt x="8854204" y="4377118"/>
                </a:cubicBezTo>
                <a:cubicBezTo>
                  <a:pt x="8728543" y="4387918"/>
                  <a:pt x="8603010" y="4396939"/>
                  <a:pt x="8476969" y="4379786"/>
                </a:cubicBezTo>
                <a:cubicBezTo>
                  <a:pt x="8405486" y="4368554"/>
                  <a:pt x="8332808" y="4367233"/>
                  <a:pt x="8260970" y="4375848"/>
                </a:cubicBezTo>
                <a:cubicBezTo>
                  <a:pt x="8089823" y="4399862"/>
                  <a:pt x="7918295" y="4392111"/>
                  <a:pt x="7746767" y="4382201"/>
                </a:cubicBezTo>
                <a:cubicBezTo>
                  <a:pt x="7632160" y="4375466"/>
                  <a:pt x="7517046" y="4363142"/>
                  <a:pt x="7402693" y="4379405"/>
                </a:cubicBezTo>
                <a:cubicBezTo>
                  <a:pt x="7256831" y="4399734"/>
                  <a:pt x="7110841" y="4393000"/>
                  <a:pt x="6964597" y="4387029"/>
                </a:cubicBezTo>
                <a:cubicBezTo>
                  <a:pt x="6857233" y="4382582"/>
                  <a:pt x="6749742" y="4369113"/>
                  <a:pt x="6642124" y="4385758"/>
                </a:cubicBezTo>
                <a:cubicBezTo>
                  <a:pt x="6631045" y="4387270"/>
                  <a:pt x="6619775" y="4386139"/>
                  <a:pt x="6609216" y="4382455"/>
                </a:cubicBezTo>
                <a:cubicBezTo>
                  <a:pt x="6568379" y="4369012"/>
                  <a:pt x="6524595" y="4367208"/>
                  <a:pt x="6482793" y="4377245"/>
                </a:cubicBezTo>
                <a:cubicBezTo>
                  <a:pt x="6405669" y="4394144"/>
                  <a:pt x="6328672" y="4401513"/>
                  <a:pt x="6250150" y="4386139"/>
                </a:cubicBezTo>
                <a:cubicBezTo>
                  <a:pt x="6217254" y="4379253"/>
                  <a:pt x="6183521" y="4377245"/>
                  <a:pt x="6150028" y="4380168"/>
                </a:cubicBezTo>
                <a:cubicBezTo>
                  <a:pt x="6020175" y="4393128"/>
                  <a:pt x="5890068" y="4388045"/>
                  <a:pt x="5760087" y="4385504"/>
                </a:cubicBezTo>
                <a:cubicBezTo>
                  <a:pt x="5521345" y="4381057"/>
                  <a:pt x="5282477" y="4385504"/>
                  <a:pt x="5044242" y="4362761"/>
                </a:cubicBezTo>
                <a:cubicBezTo>
                  <a:pt x="4979506" y="4356599"/>
                  <a:pt x="4914326" y="4352659"/>
                  <a:pt x="4849272" y="4353438"/>
                </a:cubicBezTo>
                <a:cubicBezTo>
                  <a:pt x="4784218" y="4354216"/>
                  <a:pt x="4719291" y="4359711"/>
                  <a:pt x="4655063" y="4372417"/>
                </a:cubicBezTo>
                <a:cubicBezTo>
                  <a:pt x="4447578" y="4412694"/>
                  <a:pt x="4239457" y="4415236"/>
                  <a:pt x="4029811" y="4398972"/>
                </a:cubicBezTo>
                <a:cubicBezTo>
                  <a:pt x="3943792" y="4392238"/>
                  <a:pt x="3857774" y="4381057"/>
                  <a:pt x="3771375" y="4383217"/>
                </a:cubicBezTo>
                <a:cubicBezTo>
                  <a:pt x="3623225" y="4387156"/>
                  <a:pt x="3474948" y="4379151"/>
                  <a:pt x="3326672" y="4381184"/>
                </a:cubicBezTo>
                <a:cubicBezTo>
                  <a:pt x="3322669" y="4381756"/>
                  <a:pt x="3318578" y="4381222"/>
                  <a:pt x="3314855" y="4379659"/>
                </a:cubicBezTo>
                <a:cubicBezTo>
                  <a:pt x="3278008" y="4354375"/>
                  <a:pt x="3237604" y="4364158"/>
                  <a:pt x="3199487" y="4370765"/>
                </a:cubicBezTo>
                <a:cubicBezTo>
                  <a:pt x="3072810" y="4392746"/>
                  <a:pt x="2946260" y="4403546"/>
                  <a:pt x="2817550" y="4386520"/>
                </a:cubicBezTo>
                <a:cubicBezTo>
                  <a:pt x="2694647" y="4368694"/>
                  <a:pt x="2569990" y="4366471"/>
                  <a:pt x="2446541" y="4379913"/>
                </a:cubicBezTo>
                <a:cubicBezTo>
                  <a:pt x="2276791" y="4399734"/>
                  <a:pt x="2107677" y="4395541"/>
                  <a:pt x="1938308" y="4379913"/>
                </a:cubicBezTo>
                <a:cubicBezTo>
                  <a:pt x="1869570" y="4373561"/>
                  <a:pt x="1799815" y="4362761"/>
                  <a:pt x="1731712" y="4378643"/>
                </a:cubicBezTo>
                <a:cubicBezTo>
                  <a:pt x="1647854" y="4398083"/>
                  <a:pt x="1564250" y="4391730"/>
                  <a:pt x="1480137" y="4387410"/>
                </a:cubicBezTo>
                <a:cubicBezTo>
                  <a:pt x="1373663" y="4381819"/>
                  <a:pt x="1267442" y="4365683"/>
                  <a:pt x="1160586" y="4378389"/>
                </a:cubicBezTo>
                <a:cubicBezTo>
                  <a:pt x="1111161" y="4384233"/>
                  <a:pt x="1062116" y="4393509"/>
                  <a:pt x="1012055" y="4391095"/>
                </a:cubicBezTo>
                <a:cubicBezTo>
                  <a:pt x="873562" y="4384742"/>
                  <a:pt x="735196" y="4377245"/>
                  <a:pt x="596449" y="4378389"/>
                </a:cubicBezTo>
                <a:cubicBezTo>
                  <a:pt x="538383" y="4378770"/>
                  <a:pt x="480699" y="4380676"/>
                  <a:pt x="422887" y="4384869"/>
                </a:cubicBezTo>
                <a:cubicBezTo>
                  <a:pt x="315015" y="4392746"/>
                  <a:pt x="207524" y="4382073"/>
                  <a:pt x="100033" y="4378262"/>
                </a:cubicBezTo>
                <a:lnTo>
                  <a:pt x="0" y="4382743"/>
                </a:lnTo>
                <a:close/>
              </a:path>
            </a:pathLst>
          </a:custGeom>
        </p:spPr>
      </p:pic>
      <p:sp>
        <p:nvSpPr>
          <p:cNvPr id="15" name="Rectangle 6">
            <a:extLst>
              <a:ext uri="{FF2B5EF4-FFF2-40B4-BE49-F238E27FC236}">
                <a16:creationId xmlns:a16="http://schemas.microsoft.com/office/drawing/2014/main" id="{3540989C-C7B8-473B-BF87-6F2DA6A90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56733" y="5463634"/>
            <a:ext cx="1371600" cy="27432"/>
          </a:xfrm>
          <a:custGeom>
            <a:avLst/>
            <a:gdLst>
              <a:gd name="connsiteX0" fmla="*/ 0 w 1371600"/>
              <a:gd name="connsiteY0" fmla="*/ 0 h 27432"/>
              <a:gd name="connsiteX1" fmla="*/ 713232 w 1371600"/>
              <a:gd name="connsiteY1" fmla="*/ 0 h 27432"/>
              <a:gd name="connsiteX2" fmla="*/ 1371600 w 1371600"/>
              <a:gd name="connsiteY2" fmla="*/ 0 h 27432"/>
              <a:gd name="connsiteX3" fmla="*/ 1371600 w 1371600"/>
              <a:gd name="connsiteY3" fmla="*/ 27432 h 27432"/>
              <a:gd name="connsiteX4" fmla="*/ 699516 w 1371600"/>
              <a:gd name="connsiteY4" fmla="*/ 27432 h 27432"/>
              <a:gd name="connsiteX5" fmla="*/ 0 w 1371600"/>
              <a:gd name="connsiteY5" fmla="*/ 27432 h 27432"/>
              <a:gd name="connsiteX6" fmla="*/ 0 w 1371600"/>
              <a:gd name="connsiteY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00" h="27432" fill="none" extrusionOk="0">
                <a:moveTo>
                  <a:pt x="0" y="0"/>
                </a:moveTo>
                <a:cubicBezTo>
                  <a:pt x="196943" y="-1146"/>
                  <a:pt x="408267" y="-21226"/>
                  <a:pt x="713232" y="0"/>
                </a:cubicBezTo>
                <a:cubicBezTo>
                  <a:pt x="1018197" y="21226"/>
                  <a:pt x="1176465" y="-24520"/>
                  <a:pt x="1371600" y="0"/>
                </a:cubicBezTo>
                <a:cubicBezTo>
                  <a:pt x="1372004" y="8629"/>
                  <a:pt x="1371042" y="13798"/>
                  <a:pt x="1371600" y="27432"/>
                </a:cubicBezTo>
                <a:cubicBezTo>
                  <a:pt x="1106086" y="14473"/>
                  <a:pt x="951335" y="17231"/>
                  <a:pt x="699516" y="27432"/>
                </a:cubicBezTo>
                <a:cubicBezTo>
                  <a:pt x="447697" y="37633"/>
                  <a:pt x="283433" y="6518"/>
                  <a:pt x="0" y="27432"/>
                </a:cubicBezTo>
                <a:cubicBezTo>
                  <a:pt x="-583" y="21140"/>
                  <a:pt x="532" y="8001"/>
                  <a:pt x="0" y="0"/>
                </a:cubicBezTo>
                <a:close/>
              </a:path>
              <a:path w="1371600" h="27432" stroke="0" extrusionOk="0">
                <a:moveTo>
                  <a:pt x="0" y="0"/>
                </a:moveTo>
                <a:cubicBezTo>
                  <a:pt x="220136" y="-18051"/>
                  <a:pt x="430173" y="10591"/>
                  <a:pt x="672084" y="0"/>
                </a:cubicBezTo>
                <a:cubicBezTo>
                  <a:pt x="913995" y="-10591"/>
                  <a:pt x="1164723" y="30754"/>
                  <a:pt x="1371600" y="0"/>
                </a:cubicBezTo>
                <a:cubicBezTo>
                  <a:pt x="1372182" y="10360"/>
                  <a:pt x="1371123" y="21444"/>
                  <a:pt x="1371600" y="27432"/>
                </a:cubicBezTo>
                <a:cubicBezTo>
                  <a:pt x="1072365" y="46142"/>
                  <a:pt x="961528" y="35455"/>
                  <a:pt x="685800" y="27432"/>
                </a:cubicBezTo>
                <a:cubicBezTo>
                  <a:pt x="410072" y="19409"/>
                  <a:pt x="276398" y="11099"/>
                  <a:pt x="0" y="27432"/>
                </a:cubicBezTo>
                <a:cubicBezTo>
                  <a:pt x="1155" y="18353"/>
                  <a:pt x="-485" y="9869"/>
                  <a:pt x="0" y="0"/>
                </a:cubicBezTo>
                <a:close/>
              </a:path>
            </a:pathLst>
          </a:custGeom>
          <a:solidFill>
            <a:srgbClr val="CBA365"/>
          </a:solidFill>
          <a:ln w="38100" cap="rnd">
            <a:solidFill>
              <a:srgbClr val="CBA365"/>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6E589B64-AC5A-0037-0CE4-F63C20E6DDC4}"/>
              </a:ext>
            </a:extLst>
          </p:cNvPr>
          <p:cNvSpPr>
            <a:spLocks noGrp="1"/>
          </p:cNvSpPr>
          <p:nvPr>
            <p:ph type="subTitle" idx="1"/>
          </p:nvPr>
        </p:nvSpPr>
        <p:spPr>
          <a:xfrm>
            <a:off x="4654294" y="4777739"/>
            <a:ext cx="6897626" cy="1934146"/>
          </a:xfrm>
        </p:spPr>
        <p:txBody>
          <a:bodyPr vert="horz" lIns="91440" tIns="45720" rIns="91440" bIns="45720" rtlCol="0" anchor="ctr">
            <a:normAutofit lnSpcReduction="10000"/>
          </a:bodyPr>
          <a:lstStyle/>
          <a:p>
            <a:pPr>
              <a:lnSpc>
                <a:spcPct val="100000"/>
              </a:lnSpc>
            </a:pPr>
            <a:r>
              <a:rPr lang="en-US" sz="2400" dirty="0"/>
              <a:t>Frank Jamison</a:t>
            </a:r>
          </a:p>
          <a:p>
            <a:pPr>
              <a:lnSpc>
                <a:spcPct val="100000"/>
              </a:lnSpc>
            </a:pPr>
            <a:r>
              <a:rPr lang="en-US" sz="2400" dirty="0"/>
              <a:t>ITL522: Content Area Literacy</a:t>
            </a:r>
          </a:p>
          <a:p>
            <a:pPr>
              <a:lnSpc>
                <a:spcPct val="100000"/>
              </a:lnSpc>
            </a:pPr>
            <a:r>
              <a:rPr lang="en-US" sz="2400" dirty="0"/>
              <a:t>Professor Barbara Ray</a:t>
            </a:r>
          </a:p>
          <a:p>
            <a:pPr>
              <a:lnSpc>
                <a:spcPct val="100000"/>
              </a:lnSpc>
            </a:pPr>
            <a:r>
              <a:rPr lang="en-US" sz="2400" dirty="0"/>
              <a:t>January 28, 2024</a:t>
            </a:r>
          </a:p>
          <a:p>
            <a:pPr indent="-228600">
              <a:lnSpc>
                <a:spcPct val="100000"/>
              </a:lnSpc>
              <a:buFont typeface="Arial" panose="020B0604020202020204" pitchFamily="34" charset="0"/>
              <a:buChar char="•"/>
            </a:pPr>
            <a:endParaRPr lang="en-US" sz="1500" dirty="0"/>
          </a:p>
        </p:txBody>
      </p:sp>
    </p:spTree>
    <p:extLst>
      <p:ext uri="{BB962C8B-B14F-4D97-AF65-F5344CB8AC3E}">
        <p14:creationId xmlns:p14="http://schemas.microsoft.com/office/powerpoint/2010/main" val="3043827549"/>
      </p:ext>
    </p:extLst>
  </p:cSld>
  <p:clrMapOvr>
    <a:masterClrMapping/>
  </p:clrMapOvr>
  <mc:AlternateContent xmlns:mc="http://schemas.openxmlformats.org/markup-compatibility/2006">
    <mc:Choice xmlns:p14="http://schemas.microsoft.com/office/powerpoint/2010/main" Requires="p14">
      <p:transition spd="slow" p14:dur="2000" advTm="14263"/>
    </mc:Choice>
    <mc:Fallback>
      <p:transition spd="slow" advTm="1426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F8C9C-53B9-369F-F768-56E0C7FD9412}"/>
              </a:ext>
            </a:extLst>
          </p:cNvPr>
          <p:cNvSpPr>
            <a:spLocks noGrp="1"/>
          </p:cNvSpPr>
          <p:nvPr>
            <p:ph type="title"/>
          </p:nvPr>
        </p:nvSpPr>
        <p:spPr/>
        <p:txBody>
          <a:bodyPr/>
          <a:lstStyle/>
          <a:p>
            <a:r>
              <a:rPr lang="en-US" dirty="0"/>
              <a:t>The Cuemath website: Algebraic Expressions</a:t>
            </a:r>
          </a:p>
        </p:txBody>
      </p:sp>
      <p:sp>
        <p:nvSpPr>
          <p:cNvPr id="3" name="Content Placeholder 2">
            <a:extLst>
              <a:ext uri="{FF2B5EF4-FFF2-40B4-BE49-F238E27FC236}">
                <a16:creationId xmlns:a16="http://schemas.microsoft.com/office/drawing/2014/main" id="{D324F65D-730C-8606-EA40-D2DBBC2E7C5A}"/>
              </a:ext>
            </a:extLst>
          </p:cNvPr>
          <p:cNvSpPr>
            <a:spLocks noGrp="1"/>
          </p:cNvSpPr>
          <p:nvPr>
            <p:ph sz="half" idx="1"/>
          </p:nvPr>
        </p:nvSpPr>
        <p:spPr/>
        <p:txBody>
          <a:bodyPr>
            <a:normAutofit fontScale="70000" lnSpcReduction="20000"/>
          </a:bodyPr>
          <a:lstStyle/>
          <a:p>
            <a:pPr marL="0" indent="0">
              <a:buNone/>
            </a:pPr>
            <a:r>
              <a:rPr lang="en-US" dirty="0"/>
              <a:t>I choose the Cuemath (n.d.) website’s page on algebraic expressions because it provides a comprehensive overview of the topic. </a:t>
            </a:r>
          </a:p>
          <a:p>
            <a:pPr marL="0" indent="0">
              <a:buNone/>
            </a:pPr>
            <a:r>
              <a:rPr lang="en-US" dirty="0"/>
              <a:t>The page explains key concepts such as </a:t>
            </a:r>
          </a:p>
          <a:p>
            <a:pPr lvl="1"/>
            <a:r>
              <a:rPr lang="en-US" dirty="0"/>
              <a:t>variables, </a:t>
            </a:r>
          </a:p>
          <a:p>
            <a:pPr lvl="1"/>
            <a:r>
              <a:rPr lang="en-US" dirty="0"/>
              <a:t>constants, </a:t>
            </a:r>
          </a:p>
          <a:p>
            <a:pPr lvl="1"/>
            <a:r>
              <a:rPr lang="en-US" dirty="0"/>
              <a:t>terms, </a:t>
            </a:r>
          </a:p>
          <a:p>
            <a:pPr lvl="1"/>
            <a:r>
              <a:rPr lang="en-US" dirty="0"/>
              <a:t>coefficients</a:t>
            </a:r>
          </a:p>
          <a:p>
            <a:pPr marL="0" indent="0">
              <a:buNone/>
            </a:pPr>
            <a:r>
              <a:rPr lang="en-US" dirty="0"/>
              <a:t>and goes into detail on how to simplify algebraic expressions by combining like terms. </a:t>
            </a:r>
          </a:p>
          <a:p>
            <a:pPr marL="0" indent="0">
              <a:buNone/>
            </a:pPr>
            <a:r>
              <a:rPr lang="en-US" dirty="0"/>
              <a:t>It also covers operations on algebraic expressions, including addition, subtraction, multiplication, and division, and provides examples of each.</a:t>
            </a:r>
          </a:p>
        </p:txBody>
      </p:sp>
      <p:pic>
        <p:nvPicPr>
          <p:cNvPr id="6" name="Content Placeholder 5" descr="A diagram of a mathematical equation&#10;&#10;Description automatically generated">
            <a:extLst>
              <a:ext uri="{FF2B5EF4-FFF2-40B4-BE49-F238E27FC236}">
                <a16:creationId xmlns:a16="http://schemas.microsoft.com/office/drawing/2014/main" id="{DE58ADA7-892E-EDC9-71FB-D708C580A3D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665387"/>
            <a:ext cx="5181600" cy="2779763"/>
          </a:xfrm>
        </p:spPr>
      </p:pic>
    </p:spTree>
    <p:extLst>
      <p:ext uri="{BB962C8B-B14F-4D97-AF65-F5344CB8AC3E}">
        <p14:creationId xmlns:p14="http://schemas.microsoft.com/office/powerpoint/2010/main" val="1004672462"/>
      </p:ext>
    </p:extLst>
  </p:cSld>
  <p:clrMapOvr>
    <a:masterClrMapping/>
  </p:clrMapOvr>
  <mc:AlternateContent xmlns:mc="http://schemas.openxmlformats.org/markup-compatibility/2006">
    <mc:Choice xmlns:p14="http://schemas.microsoft.com/office/powerpoint/2010/main" Requires="p14">
      <p:transition spd="slow" p14:dur="2000" advTm="35175"/>
    </mc:Choice>
    <mc:Fallback>
      <p:transition spd="slow" advTm="3517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1B118-0140-6C6B-4147-69AE6DC1F713}"/>
              </a:ext>
            </a:extLst>
          </p:cNvPr>
          <p:cNvSpPr>
            <a:spLocks noGrp="1"/>
          </p:cNvSpPr>
          <p:nvPr>
            <p:ph type="title"/>
          </p:nvPr>
        </p:nvSpPr>
        <p:spPr/>
        <p:txBody>
          <a:bodyPr vert="horz" lIns="91440" tIns="45720" rIns="91440" bIns="45720" rtlCol="0" anchor="b">
            <a:normAutofit fontScale="90000"/>
          </a:bodyPr>
          <a:lstStyle/>
          <a:p>
            <a:pPr>
              <a:lnSpc>
                <a:spcPct val="90000"/>
              </a:lnSpc>
            </a:pPr>
            <a:r>
              <a:rPr lang="en-US" sz="6100"/>
              <a:t>Writing Prompt: Understanding Algebraic Expressions</a:t>
            </a:r>
          </a:p>
        </p:txBody>
      </p:sp>
      <p:sp>
        <p:nvSpPr>
          <p:cNvPr id="3" name="Content Placeholder 2">
            <a:extLst>
              <a:ext uri="{FF2B5EF4-FFF2-40B4-BE49-F238E27FC236}">
                <a16:creationId xmlns:a16="http://schemas.microsoft.com/office/drawing/2014/main" id="{5E123F55-671A-5B6C-1567-F5BCADFBFECD}"/>
              </a:ext>
            </a:extLst>
          </p:cNvPr>
          <p:cNvSpPr>
            <a:spLocks noGrp="1"/>
          </p:cNvSpPr>
          <p:nvPr>
            <p:ph sz="half" idx="1"/>
          </p:nvPr>
        </p:nvSpPr>
        <p:spPr/>
        <p:txBody>
          <a:bodyPr vert="horz" lIns="91440" tIns="45720" rIns="91440" bIns="45720" rtlCol="0">
            <a:normAutofit/>
          </a:bodyPr>
          <a:lstStyle/>
          <a:p>
            <a:pPr marL="0" indent="0">
              <a:buNone/>
            </a:pPr>
            <a:r>
              <a:rPr lang="en-US" dirty="0"/>
              <a:t>After reading the Cuemath text on algebraic expressions, write a paragraph explaining how understanding algebraic expressions can be applied in real-life situations. Provide specific examples to illustrate your points.</a:t>
            </a:r>
            <a:endParaRPr lang="en-US" b="1" dirty="0"/>
          </a:p>
          <a:p>
            <a:pPr marL="0"/>
            <a:endParaRPr lang="en-US" b="1" dirty="0"/>
          </a:p>
        </p:txBody>
      </p:sp>
      <p:pic>
        <p:nvPicPr>
          <p:cNvPr id="8" name="Content Placeholder 7" descr="Formulas on a background">
            <a:extLst>
              <a:ext uri="{FF2B5EF4-FFF2-40B4-BE49-F238E27FC236}">
                <a16:creationId xmlns:a16="http://schemas.microsoft.com/office/drawing/2014/main" id="{C1C22D0E-C9D5-4F60-D5A9-1A2E7CCC8D9A}"/>
              </a:ext>
            </a:extLst>
          </p:cNvPr>
          <p:cNvPicPr>
            <a:picLocks noGrp="1" noChangeAspect="1"/>
          </p:cNvPicPr>
          <p:nvPr>
            <p:ph sz="half" idx="2"/>
          </p:nvPr>
        </p:nvPicPr>
        <p:blipFill rotWithShape="1">
          <a:blip r:embed="rId2">
            <a:extLst>
              <a:ext uri="{28A0092B-C50C-407E-A947-70E740481C1C}">
                <a14:useLocalDpi xmlns:a14="http://schemas.microsoft.com/office/drawing/2010/main" val="0"/>
              </a:ext>
            </a:extLst>
          </a:blip>
          <a:stretch/>
        </p:blipFill>
        <p:spPr>
          <a:xfrm>
            <a:off x="6172200" y="2112169"/>
            <a:ext cx="5181600" cy="38862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Tree>
    <p:extLst>
      <p:ext uri="{BB962C8B-B14F-4D97-AF65-F5344CB8AC3E}">
        <p14:creationId xmlns:p14="http://schemas.microsoft.com/office/powerpoint/2010/main" val="1129286521"/>
      </p:ext>
    </p:extLst>
  </p:cSld>
  <p:clrMapOvr>
    <a:masterClrMapping/>
  </p:clrMapOvr>
  <mc:AlternateContent xmlns:mc="http://schemas.openxmlformats.org/markup-compatibility/2006">
    <mc:Choice xmlns:p14="http://schemas.microsoft.com/office/powerpoint/2010/main" Requires="p14">
      <p:transition spd="slow" p14:dur="2000" advTm="17054"/>
    </mc:Choice>
    <mc:Fallback>
      <p:transition spd="slow" advTm="17054"/>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377CF-24A6-29CA-2029-E4177D380CB8}"/>
              </a:ext>
            </a:extLst>
          </p:cNvPr>
          <p:cNvSpPr>
            <a:spLocks noGrp="1"/>
          </p:cNvSpPr>
          <p:nvPr>
            <p:ph type="title"/>
          </p:nvPr>
        </p:nvSpPr>
        <p:spPr/>
        <p:txBody>
          <a:bodyPr/>
          <a:lstStyle/>
          <a:p>
            <a:r>
              <a:rPr lang="en-US" dirty="0"/>
              <a:t>Challenges and Scaffolds</a:t>
            </a:r>
          </a:p>
        </p:txBody>
      </p:sp>
      <p:sp>
        <p:nvSpPr>
          <p:cNvPr id="3" name="Text Placeholder 2">
            <a:extLst>
              <a:ext uri="{FF2B5EF4-FFF2-40B4-BE49-F238E27FC236}">
                <a16:creationId xmlns:a16="http://schemas.microsoft.com/office/drawing/2014/main" id="{172E4777-8142-6221-D594-0D445BB3D14F}"/>
              </a:ext>
            </a:extLst>
          </p:cNvPr>
          <p:cNvSpPr>
            <a:spLocks noGrp="1"/>
          </p:cNvSpPr>
          <p:nvPr>
            <p:ph type="body" idx="1"/>
          </p:nvPr>
        </p:nvSpPr>
        <p:spPr/>
        <p:txBody>
          <a:bodyPr>
            <a:normAutofit fontScale="70000" lnSpcReduction="20000"/>
          </a:bodyPr>
          <a:lstStyle/>
          <a:p>
            <a:r>
              <a:rPr lang="en-US"/>
              <a:t>Challenge 1: Difficulty in Relating Abstract Concepts to Real-Life</a:t>
            </a:r>
            <a:endParaRPr lang="en-US" dirty="0"/>
          </a:p>
        </p:txBody>
      </p:sp>
      <p:sp>
        <p:nvSpPr>
          <p:cNvPr id="4" name="Content Placeholder 3">
            <a:extLst>
              <a:ext uri="{FF2B5EF4-FFF2-40B4-BE49-F238E27FC236}">
                <a16:creationId xmlns:a16="http://schemas.microsoft.com/office/drawing/2014/main" id="{1B072EDD-D6BC-70B0-C412-49722B422864}"/>
              </a:ext>
            </a:extLst>
          </p:cNvPr>
          <p:cNvSpPr>
            <a:spLocks noGrp="1"/>
          </p:cNvSpPr>
          <p:nvPr>
            <p:ph sz="half" idx="2"/>
          </p:nvPr>
        </p:nvSpPr>
        <p:spPr/>
        <p:txBody>
          <a:bodyPr>
            <a:normAutofit fontScale="70000" lnSpcReduction="20000"/>
          </a:bodyPr>
          <a:lstStyle/>
          <a:p>
            <a:r>
              <a:rPr lang="en-US" dirty="0"/>
              <a:t>Scaffold 1: Provide a list of real-life scenarios (like budgeting, cooking, or coding) where algebraic expressions are used. This concrete list can help students think about how to apply abstract algebraic concepts in everyday life.</a:t>
            </a:r>
          </a:p>
          <a:p>
            <a:endParaRPr lang="en-US" dirty="0"/>
          </a:p>
          <a:p>
            <a:r>
              <a:rPr lang="en-US" dirty="0"/>
              <a:t>Scaffold 2: Encourage students to first discuss in pairs or small groups about where they see algebra in their daily lives. Peer discussions can often help generate ideas and make connections more concrete.</a:t>
            </a:r>
          </a:p>
        </p:txBody>
      </p:sp>
      <p:sp>
        <p:nvSpPr>
          <p:cNvPr id="5" name="Text Placeholder 4">
            <a:extLst>
              <a:ext uri="{FF2B5EF4-FFF2-40B4-BE49-F238E27FC236}">
                <a16:creationId xmlns:a16="http://schemas.microsoft.com/office/drawing/2014/main" id="{5D02229E-0CB3-E5D3-8FAA-2A1721C91A9F}"/>
              </a:ext>
            </a:extLst>
          </p:cNvPr>
          <p:cNvSpPr>
            <a:spLocks noGrp="1"/>
          </p:cNvSpPr>
          <p:nvPr>
            <p:ph type="body" sz="quarter" idx="3"/>
          </p:nvPr>
        </p:nvSpPr>
        <p:spPr/>
        <p:txBody>
          <a:bodyPr>
            <a:normAutofit fontScale="70000" lnSpcReduction="20000"/>
          </a:bodyPr>
          <a:lstStyle/>
          <a:p>
            <a:r>
              <a:rPr lang="en-US"/>
              <a:t>Challenge 2: Overwhelmed by Structuring the Response</a:t>
            </a:r>
            <a:endParaRPr lang="en-US" dirty="0"/>
          </a:p>
        </p:txBody>
      </p:sp>
      <p:sp>
        <p:nvSpPr>
          <p:cNvPr id="6" name="Content Placeholder 5">
            <a:extLst>
              <a:ext uri="{FF2B5EF4-FFF2-40B4-BE49-F238E27FC236}">
                <a16:creationId xmlns:a16="http://schemas.microsoft.com/office/drawing/2014/main" id="{081E1C23-1A33-500E-B460-B47FAE484AEE}"/>
              </a:ext>
            </a:extLst>
          </p:cNvPr>
          <p:cNvSpPr>
            <a:spLocks noGrp="1"/>
          </p:cNvSpPr>
          <p:nvPr>
            <p:ph sz="quarter" idx="4"/>
          </p:nvPr>
        </p:nvSpPr>
        <p:spPr/>
        <p:txBody>
          <a:bodyPr>
            <a:normAutofit fontScale="70000" lnSpcReduction="20000"/>
          </a:bodyPr>
          <a:lstStyle/>
          <a:p>
            <a:r>
              <a:rPr lang="en-US" dirty="0"/>
              <a:t>Scaffold 1: Offer a graphic organizer or outline template that guides students through the structure of a paragraph – starting with an introductory sentence, followed by examples, and concluding with a summary.</a:t>
            </a:r>
          </a:p>
          <a:p>
            <a:endParaRPr lang="en-US" dirty="0"/>
          </a:p>
          <a:p>
            <a:r>
              <a:rPr lang="en-US" dirty="0"/>
              <a:t>Scaffold 2: Provide sentence starters or frames for each part of the paragraph. For example, “One real-life application of algebraic expressions is…” This can help students begin their thoughts and structure them coherently.</a:t>
            </a:r>
          </a:p>
        </p:txBody>
      </p:sp>
    </p:spTree>
    <p:extLst>
      <p:ext uri="{BB962C8B-B14F-4D97-AF65-F5344CB8AC3E}">
        <p14:creationId xmlns:p14="http://schemas.microsoft.com/office/powerpoint/2010/main" val="1823041116"/>
      </p:ext>
    </p:extLst>
  </p:cSld>
  <p:clrMapOvr>
    <a:masterClrMapping/>
  </p:clrMapOvr>
  <mc:AlternateContent xmlns:mc="http://schemas.openxmlformats.org/markup-compatibility/2006">
    <mc:Choice xmlns:p14="http://schemas.microsoft.com/office/powerpoint/2010/main" Requires="p14">
      <p:transition spd="slow" p14:dur="2000" advTm="67314"/>
    </mc:Choice>
    <mc:Fallback>
      <p:transition spd="slow" advTm="6731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A2209-16B6-F946-3151-D8B94B956B16}"/>
              </a:ext>
            </a:extLst>
          </p:cNvPr>
          <p:cNvSpPr>
            <a:spLocks noGrp="1"/>
          </p:cNvSpPr>
          <p:nvPr>
            <p:ph type="title"/>
          </p:nvPr>
        </p:nvSpPr>
        <p:spPr/>
        <p:txBody>
          <a:bodyPr vert="horz" lIns="91440" tIns="45720" rIns="91440" bIns="45720" rtlCol="0" anchor="ctr">
            <a:normAutofit/>
          </a:bodyPr>
          <a:lstStyle/>
          <a:p>
            <a:pPr algn="ctr"/>
            <a:r>
              <a:rPr lang="en-US" sz="7200"/>
              <a:t>Writing Prompt Rubric</a:t>
            </a:r>
          </a:p>
        </p:txBody>
      </p:sp>
      <p:graphicFrame>
        <p:nvGraphicFramePr>
          <p:cNvPr id="5" name="Content Placeholder 4">
            <a:extLst>
              <a:ext uri="{FF2B5EF4-FFF2-40B4-BE49-F238E27FC236}">
                <a16:creationId xmlns:a16="http://schemas.microsoft.com/office/drawing/2014/main" id="{96EE9297-A171-9C8B-B10A-77AAC547CD63}"/>
              </a:ext>
            </a:extLst>
          </p:cNvPr>
          <p:cNvGraphicFramePr>
            <a:graphicFrameLocks noGrp="1"/>
          </p:cNvGraphicFramePr>
          <p:nvPr>
            <p:ph idx="1"/>
            <p:extLst>
              <p:ext uri="{D42A27DB-BD31-4B8C-83A1-F6EECF244321}">
                <p14:modId xmlns:p14="http://schemas.microsoft.com/office/powerpoint/2010/main" val="1257486014"/>
              </p:ext>
            </p:extLst>
          </p:nvPr>
        </p:nvGraphicFramePr>
        <p:xfrm>
          <a:off x="838200" y="1928813"/>
          <a:ext cx="10515598" cy="4406000"/>
        </p:xfrm>
        <a:graphic>
          <a:graphicData uri="http://schemas.openxmlformats.org/drawingml/2006/table">
            <a:tbl>
              <a:tblPr firstRow="1" bandRow="1">
                <a:tableStyleId>{8EC20E35-A176-4012-BC5E-935CFFF8708E}</a:tableStyleId>
              </a:tblPr>
              <a:tblGrid>
                <a:gridCol w="1839220">
                  <a:extLst>
                    <a:ext uri="{9D8B030D-6E8A-4147-A177-3AD203B41FA5}">
                      <a16:colId xmlns:a16="http://schemas.microsoft.com/office/drawing/2014/main" val="1691621394"/>
                    </a:ext>
                  </a:extLst>
                </a:gridCol>
                <a:gridCol w="2127149">
                  <a:extLst>
                    <a:ext uri="{9D8B030D-6E8A-4147-A177-3AD203B41FA5}">
                      <a16:colId xmlns:a16="http://schemas.microsoft.com/office/drawing/2014/main" val="3093361096"/>
                    </a:ext>
                  </a:extLst>
                </a:gridCol>
                <a:gridCol w="2203157">
                  <a:extLst>
                    <a:ext uri="{9D8B030D-6E8A-4147-A177-3AD203B41FA5}">
                      <a16:colId xmlns:a16="http://schemas.microsoft.com/office/drawing/2014/main" val="471846913"/>
                    </a:ext>
                  </a:extLst>
                </a:gridCol>
                <a:gridCol w="2203643">
                  <a:extLst>
                    <a:ext uri="{9D8B030D-6E8A-4147-A177-3AD203B41FA5}">
                      <a16:colId xmlns:a16="http://schemas.microsoft.com/office/drawing/2014/main" val="3581136441"/>
                    </a:ext>
                  </a:extLst>
                </a:gridCol>
                <a:gridCol w="2142429">
                  <a:extLst>
                    <a:ext uri="{9D8B030D-6E8A-4147-A177-3AD203B41FA5}">
                      <a16:colId xmlns:a16="http://schemas.microsoft.com/office/drawing/2014/main" val="2106183012"/>
                    </a:ext>
                  </a:extLst>
                </a:gridCol>
              </a:tblGrid>
              <a:tr h="385431">
                <a:tc>
                  <a:txBody>
                    <a:bodyPr/>
                    <a:lstStyle/>
                    <a:p>
                      <a:endParaRPr lang="en-US" sz="1800" b="0" cap="none" spc="60" dirty="0">
                        <a:solidFill>
                          <a:schemeClr val="bg1"/>
                        </a:solidFill>
                      </a:endParaRPr>
                    </a:p>
                  </a:txBody>
                  <a:tcPr marL="25403" marR="25403" marT="38908" marB="12702" anchor="ctr"/>
                </a:tc>
                <a:tc>
                  <a:txBody>
                    <a:bodyPr/>
                    <a:lstStyle/>
                    <a:p>
                      <a:r>
                        <a:rPr lang="en-US" sz="1800" b="0" cap="none" spc="60">
                          <a:solidFill>
                            <a:schemeClr val="bg1"/>
                          </a:solidFill>
                        </a:rPr>
                        <a:t>Highly Developed (4 points)</a:t>
                      </a:r>
                    </a:p>
                  </a:txBody>
                  <a:tcPr marL="25403" marR="25403" marT="38908" marB="12702" anchor="ctr"/>
                </a:tc>
                <a:tc>
                  <a:txBody>
                    <a:bodyPr/>
                    <a:lstStyle/>
                    <a:p>
                      <a:r>
                        <a:rPr lang="en-US" sz="1800" b="0" cap="none" spc="60">
                          <a:solidFill>
                            <a:schemeClr val="bg1"/>
                          </a:solidFill>
                        </a:rPr>
                        <a:t>Developed (3 points)</a:t>
                      </a:r>
                    </a:p>
                  </a:txBody>
                  <a:tcPr marL="25403" marR="25403" marT="38908" marB="12702" anchor="ctr"/>
                </a:tc>
                <a:tc>
                  <a:txBody>
                    <a:bodyPr/>
                    <a:lstStyle/>
                    <a:p>
                      <a:r>
                        <a:rPr lang="en-US" sz="1800" b="0" cap="none" spc="60">
                          <a:solidFill>
                            <a:schemeClr val="bg1"/>
                          </a:solidFill>
                        </a:rPr>
                        <a:t>Emerging (2 points)</a:t>
                      </a:r>
                    </a:p>
                  </a:txBody>
                  <a:tcPr marL="25403" marR="25403" marT="38908" marB="12702" anchor="ctr"/>
                </a:tc>
                <a:tc>
                  <a:txBody>
                    <a:bodyPr/>
                    <a:lstStyle/>
                    <a:p>
                      <a:r>
                        <a:rPr lang="en-US" sz="1800" b="0" cap="none" spc="60">
                          <a:solidFill>
                            <a:schemeClr val="bg1"/>
                          </a:solidFill>
                        </a:rPr>
                        <a:t>Initial (1 point)</a:t>
                      </a:r>
                    </a:p>
                  </a:txBody>
                  <a:tcPr marL="25403" marR="25403" marT="38908" marB="12702" anchor="ctr"/>
                </a:tc>
                <a:extLst>
                  <a:ext uri="{0D108BD9-81ED-4DB2-BD59-A6C34878D82A}">
                    <a16:rowId xmlns:a16="http://schemas.microsoft.com/office/drawing/2014/main" val="3971300596"/>
                  </a:ext>
                </a:extLst>
              </a:tr>
              <a:tr h="1358628">
                <a:tc>
                  <a:txBody>
                    <a:bodyPr/>
                    <a:lstStyle/>
                    <a:p>
                      <a:r>
                        <a:rPr lang="en-US" sz="1800" cap="none" spc="0">
                          <a:solidFill>
                            <a:schemeClr val="tx1"/>
                          </a:solidFill>
                        </a:rPr>
                        <a:t>Content Relevance</a:t>
                      </a:r>
                    </a:p>
                  </a:txBody>
                  <a:tcPr marL="25403" marR="25403" marT="38908" marB="12702"/>
                </a:tc>
                <a:tc>
                  <a:txBody>
                    <a:bodyPr/>
                    <a:lstStyle/>
                    <a:p>
                      <a:r>
                        <a:rPr lang="en-US" sz="1800" cap="none" spc="0" dirty="0">
                          <a:solidFill>
                            <a:schemeClr val="tx1"/>
                          </a:solidFill>
                        </a:rPr>
                        <a:t>Demonstrates a clear understanding of algebraic expressions and their real-life applications; provides specific, relevant examples.</a:t>
                      </a:r>
                    </a:p>
                  </a:txBody>
                  <a:tcPr marL="25403" marR="25403" marT="38908" marB="12702"/>
                </a:tc>
                <a:tc>
                  <a:txBody>
                    <a:bodyPr/>
                    <a:lstStyle/>
                    <a:p>
                      <a:r>
                        <a:rPr lang="en-US" sz="1800" cap="none" spc="0" dirty="0">
                          <a:solidFill>
                            <a:schemeClr val="tx1"/>
                          </a:solidFill>
                        </a:rPr>
                        <a:t>Shows a basic understanding with general examples.</a:t>
                      </a:r>
                    </a:p>
                  </a:txBody>
                  <a:tcPr marL="25403" marR="25403" marT="38908" marB="12702"/>
                </a:tc>
                <a:tc>
                  <a:txBody>
                    <a:bodyPr/>
                    <a:lstStyle/>
                    <a:p>
                      <a:r>
                        <a:rPr lang="en-US" sz="1800" cap="none" spc="0">
                          <a:solidFill>
                            <a:schemeClr val="tx1"/>
                          </a:solidFill>
                        </a:rPr>
                        <a:t>Understanding of algebraic expressions is somewhat clear, but real-life examples are vague or minimally relevant.</a:t>
                      </a:r>
                    </a:p>
                  </a:txBody>
                  <a:tcPr marL="25403" marR="25403" marT="38908" marB="12702"/>
                </a:tc>
                <a:tc>
                  <a:txBody>
                    <a:bodyPr/>
                    <a:lstStyle/>
                    <a:p>
                      <a:r>
                        <a:rPr lang="en-US" sz="1800" cap="none" spc="0">
                          <a:solidFill>
                            <a:schemeClr val="tx1"/>
                          </a:solidFill>
                        </a:rPr>
                        <a:t>Lacks a clear understanding of algebraic expressions; real-life examples are irrelevant or not provided.</a:t>
                      </a:r>
                    </a:p>
                  </a:txBody>
                  <a:tcPr marL="25403" marR="25403" marT="38908" marB="12702"/>
                </a:tc>
                <a:extLst>
                  <a:ext uri="{0D108BD9-81ED-4DB2-BD59-A6C34878D82A}">
                    <a16:rowId xmlns:a16="http://schemas.microsoft.com/office/drawing/2014/main" val="1249231721"/>
                  </a:ext>
                </a:extLst>
              </a:tr>
              <a:tr h="813856">
                <a:tc>
                  <a:txBody>
                    <a:bodyPr/>
                    <a:lstStyle/>
                    <a:p>
                      <a:r>
                        <a:rPr lang="en-US" sz="1800" cap="none" spc="0">
                          <a:solidFill>
                            <a:schemeClr val="tx1"/>
                          </a:solidFill>
                        </a:rPr>
                        <a:t>Organization and Structure</a:t>
                      </a:r>
                    </a:p>
                  </a:txBody>
                  <a:tcPr marL="25403" marR="25403" marT="38908" marB="12702"/>
                </a:tc>
                <a:tc>
                  <a:txBody>
                    <a:bodyPr/>
                    <a:lstStyle/>
                    <a:p>
                      <a:r>
                        <a:rPr lang="en-US" sz="1800" cap="none" spc="0">
                          <a:solidFill>
                            <a:schemeClr val="tx1"/>
                          </a:solidFill>
                        </a:rPr>
                        <a:t>Well-structured paragraph with a clear introduction, body, and conclusion.</a:t>
                      </a:r>
                    </a:p>
                  </a:txBody>
                  <a:tcPr marL="25403" marR="25403" marT="38908" marB="12702"/>
                </a:tc>
                <a:tc>
                  <a:txBody>
                    <a:bodyPr/>
                    <a:lstStyle/>
                    <a:p>
                      <a:r>
                        <a:rPr lang="en-US" sz="1800" cap="none" spc="0" dirty="0">
                          <a:solidFill>
                            <a:schemeClr val="tx1"/>
                          </a:solidFill>
                        </a:rPr>
                        <a:t>Generally well-structured but may lack clear transitions or a defined conclusion.</a:t>
                      </a:r>
                    </a:p>
                  </a:txBody>
                  <a:tcPr marL="25403" marR="25403" marT="38908" marB="12702"/>
                </a:tc>
                <a:tc>
                  <a:txBody>
                    <a:bodyPr/>
                    <a:lstStyle/>
                    <a:p>
                      <a:r>
                        <a:rPr lang="en-US" sz="1800" cap="none" spc="0">
                          <a:solidFill>
                            <a:schemeClr val="tx1"/>
                          </a:solidFill>
                        </a:rPr>
                        <a:t>Some organization present but lacks clear structure; ideas may be disjointed.</a:t>
                      </a:r>
                    </a:p>
                  </a:txBody>
                  <a:tcPr marL="25403" marR="25403" marT="38908" marB="12702"/>
                </a:tc>
                <a:tc>
                  <a:txBody>
                    <a:bodyPr/>
                    <a:lstStyle/>
                    <a:p>
                      <a:r>
                        <a:rPr lang="en-US" sz="1800" cap="none" spc="0">
                          <a:solidFill>
                            <a:schemeClr val="tx1"/>
                          </a:solidFill>
                        </a:rPr>
                        <a:t>Poor organization; difficult to follow the train of thought.</a:t>
                      </a:r>
                    </a:p>
                  </a:txBody>
                  <a:tcPr marL="25403" marR="25403" marT="38908" marB="12702"/>
                </a:tc>
                <a:extLst>
                  <a:ext uri="{0D108BD9-81ED-4DB2-BD59-A6C34878D82A}">
                    <a16:rowId xmlns:a16="http://schemas.microsoft.com/office/drawing/2014/main" val="2426094193"/>
                  </a:ext>
                </a:extLst>
              </a:tr>
              <a:tr h="1034229">
                <a:tc>
                  <a:txBody>
                    <a:bodyPr/>
                    <a:lstStyle/>
                    <a:p>
                      <a:r>
                        <a:rPr lang="en-US" sz="1800" cap="none" spc="0">
                          <a:solidFill>
                            <a:schemeClr val="tx1"/>
                          </a:solidFill>
                        </a:rPr>
                        <a:t>Use of Language</a:t>
                      </a:r>
                    </a:p>
                  </a:txBody>
                  <a:tcPr marL="25403" marR="25403" marT="38908" marB="12702"/>
                </a:tc>
                <a:tc>
                  <a:txBody>
                    <a:bodyPr/>
                    <a:lstStyle/>
                    <a:p>
                      <a:r>
                        <a:rPr lang="en-US" sz="1800" cap="none" spc="0">
                          <a:solidFill>
                            <a:schemeClr val="tx1"/>
                          </a:solidFill>
                        </a:rPr>
                        <a:t>Uses precise language and terminology appropriately; writing is clear and concise.</a:t>
                      </a:r>
                    </a:p>
                  </a:txBody>
                  <a:tcPr marL="25403" marR="25403" marT="38908" marB="12702"/>
                </a:tc>
                <a:tc>
                  <a:txBody>
                    <a:bodyPr/>
                    <a:lstStyle/>
                    <a:p>
                      <a:r>
                        <a:rPr lang="en-US" sz="1800" cap="none" spc="0" dirty="0">
                          <a:solidFill>
                            <a:schemeClr val="tx1"/>
                          </a:solidFill>
                        </a:rPr>
                        <a:t>Generally uses appropriate language, with minor issues in clarity or precision.</a:t>
                      </a:r>
                    </a:p>
                  </a:txBody>
                  <a:tcPr marL="25403" marR="25403" marT="38908" marB="12702"/>
                </a:tc>
                <a:tc>
                  <a:txBody>
                    <a:bodyPr/>
                    <a:lstStyle/>
                    <a:p>
                      <a:r>
                        <a:rPr lang="en-US" sz="1800" cap="none" spc="0" dirty="0">
                          <a:solidFill>
                            <a:schemeClr val="tx1"/>
                          </a:solidFill>
                        </a:rPr>
                        <a:t>Some use of appropriate language, but often unclear or imprecise.</a:t>
                      </a:r>
                    </a:p>
                  </a:txBody>
                  <a:tcPr marL="25403" marR="25403" marT="38908" marB="12702"/>
                </a:tc>
                <a:tc>
                  <a:txBody>
                    <a:bodyPr/>
                    <a:lstStyle/>
                    <a:p>
                      <a:r>
                        <a:rPr lang="en-US" sz="1800" cap="none" spc="0" dirty="0">
                          <a:solidFill>
                            <a:schemeClr val="tx1"/>
                          </a:solidFill>
                        </a:rPr>
                        <a:t>Inappropriate or very limited use of language and terminology.</a:t>
                      </a:r>
                    </a:p>
                  </a:txBody>
                  <a:tcPr marL="25403" marR="25403" marT="38908" marB="12702"/>
                </a:tc>
                <a:extLst>
                  <a:ext uri="{0D108BD9-81ED-4DB2-BD59-A6C34878D82A}">
                    <a16:rowId xmlns:a16="http://schemas.microsoft.com/office/drawing/2014/main" val="4269307930"/>
                  </a:ext>
                </a:extLst>
              </a:tr>
              <a:tr h="813856">
                <a:tc>
                  <a:txBody>
                    <a:bodyPr/>
                    <a:lstStyle/>
                    <a:p>
                      <a:r>
                        <a:rPr lang="en-US" sz="1800" cap="none" spc="0">
                          <a:solidFill>
                            <a:schemeClr val="tx1"/>
                          </a:solidFill>
                        </a:rPr>
                        <a:t>Writing Mechanics</a:t>
                      </a:r>
                    </a:p>
                  </a:txBody>
                  <a:tcPr marL="25403" marR="25403" marT="38908" marB="12702"/>
                </a:tc>
                <a:tc>
                  <a:txBody>
                    <a:bodyPr/>
                    <a:lstStyle/>
                    <a:p>
                      <a:r>
                        <a:rPr lang="en-US" sz="1800" cap="none" spc="0">
                          <a:solidFill>
                            <a:schemeClr val="tx1"/>
                          </a:solidFill>
                        </a:rPr>
                        <a:t>Free of grammatical and spelling errors.</a:t>
                      </a:r>
                    </a:p>
                  </a:txBody>
                  <a:tcPr marL="25403" marR="25403" marT="38908" marB="12702"/>
                </a:tc>
                <a:tc>
                  <a:txBody>
                    <a:bodyPr/>
                    <a:lstStyle/>
                    <a:p>
                      <a:r>
                        <a:rPr lang="en-US" sz="1800" cap="none" spc="0" dirty="0">
                          <a:solidFill>
                            <a:schemeClr val="tx1"/>
                          </a:solidFill>
                        </a:rPr>
                        <a:t>Minor grammatical or spelling errors.</a:t>
                      </a:r>
                    </a:p>
                  </a:txBody>
                  <a:tcPr marL="25403" marR="25403" marT="38908" marB="12702"/>
                </a:tc>
                <a:tc>
                  <a:txBody>
                    <a:bodyPr/>
                    <a:lstStyle/>
                    <a:p>
                      <a:r>
                        <a:rPr lang="en-US" sz="1800" cap="none" spc="0">
                          <a:solidFill>
                            <a:schemeClr val="tx1"/>
                          </a:solidFill>
                        </a:rPr>
                        <a:t>Noticeable grammatical or spelling errors that somewhat hinder comprehension</a:t>
                      </a:r>
                    </a:p>
                  </a:txBody>
                  <a:tcPr marL="25403" marR="25403" marT="38908" marB="12702"/>
                </a:tc>
                <a:tc>
                  <a:txBody>
                    <a:bodyPr/>
                    <a:lstStyle/>
                    <a:p>
                      <a:r>
                        <a:rPr lang="en-US" sz="1800" cap="none" spc="0" dirty="0">
                          <a:solidFill>
                            <a:schemeClr val="tx1"/>
                          </a:solidFill>
                        </a:rPr>
                        <a:t>Frequent grammatical or spelling errors; significantly affects readability.</a:t>
                      </a:r>
                    </a:p>
                  </a:txBody>
                  <a:tcPr marL="25403" marR="25403" marT="38908" marB="12702"/>
                </a:tc>
                <a:extLst>
                  <a:ext uri="{0D108BD9-81ED-4DB2-BD59-A6C34878D82A}">
                    <a16:rowId xmlns:a16="http://schemas.microsoft.com/office/drawing/2014/main" val="2879500783"/>
                  </a:ext>
                </a:extLst>
              </a:tr>
            </a:tbl>
          </a:graphicData>
        </a:graphic>
      </p:graphicFrame>
    </p:spTree>
    <p:extLst>
      <p:ext uri="{BB962C8B-B14F-4D97-AF65-F5344CB8AC3E}">
        <p14:creationId xmlns:p14="http://schemas.microsoft.com/office/powerpoint/2010/main" val="669641065"/>
      </p:ext>
    </p:extLst>
  </p:cSld>
  <p:clrMapOvr>
    <a:masterClrMapping/>
  </p:clrMapOvr>
  <mc:AlternateContent xmlns:mc="http://schemas.openxmlformats.org/markup-compatibility/2006">
    <mc:Choice xmlns:p14="http://schemas.microsoft.com/office/powerpoint/2010/main" Requires="p14">
      <p:transition spd="slow" p14:dur="2000" advTm="83625"/>
    </mc:Choice>
    <mc:Fallback>
      <p:transition spd="slow" advTm="8362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CB614-B2AA-1702-29CA-C318BC2DE47A}"/>
              </a:ext>
            </a:extLst>
          </p:cNvPr>
          <p:cNvSpPr>
            <a:spLocks noGrp="1"/>
          </p:cNvSpPr>
          <p:nvPr>
            <p:ph type="title"/>
          </p:nvPr>
        </p:nvSpPr>
        <p:spPr/>
        <p:txBody>
          <a:bodyPr vert="horz" lIns="91440" tIns="45720" rIns="91440" bIns="45720" rtlCol="0" anchor="b">
            <a:normAutofit/>
          </a:bodyPr>
          <a:lstStyle/>
          <a:p>
            <a:r>
              <a:rPr lang="en-US" sz="7200" dirty="0"/>
              <a:t>Activity: Feedback Carousel</a:t>
            </a:r>
          </a:p>
        </p:txBody>
      </p:sp>
      <p:sp>
        <p:nvSpPr>
          <p:cNvPr id="3" name="Content Placeholder 2">
            <a:extLst>
              <a:ext uri="{FF2B5EF4-FFF2-40B4-BE49-F238E27FC236}">
                <a16:creationId xmlns:a16="http://schemas.microsoft.com/office/drawing/2014/main" id="{54B21055-9EF5-EA01-8417-606D537B03FF}"/>
              </a:ext>
            </a:extLst>
          </p:cNvPr>
          <p:cNvSpPr>
            <a:spLocks noGrp="1"/>
          </p:cNvSpPr>
          <p:nvPr>
            <p:ph sz="half" idx="1"/>
          </p:nvPr>
        </p:nvSpPr>
        <p:spPr>
          <a:xfrm>
            <a:off x="838198" y="1929384"/>
            <a:ext cx="6362701" cy="4251960"/>
          </a:xfrm>
        </p:spPr>
        <p:txBody>
          <a:bodyPr vert="horz" lIns="91440" tIns="45720" rIns="91440" bIns="45720" rtlCol="0" anchor="t">
            <a:noAutofit/>
          </a:bodyPr>
          <a:lstStyle/>
          <a:p>
            <a:pPr marL="742950" indent="-457200">
              <a:lnSpc>
                <a:spcPct val="100000"/>
              </a:lnSpc>
              <a:buFont typeface="+mj-lt"/>
              <a:buAutoNum type="arabicPeriod"/>
            </a:pPr>
            <a:r>
              <a:rPr lang="en-US" sz="2000" b="1" dirty="0"/>
              <a:t>Initial Reading:</a:t>
            </a:r>
          </a:p>
          <a:p>
            <a:pPr lvl="2">
              <a:lnSpc>
                <a:spcPct val="100000"/>
              </a:lnSpc>
            </a:pPr>
            <a:r>
              <a:rPr lang="en-US" sz="2000" dirty="0"/>
              <a:t>Each student reads their piece aloud to their group. This encourages active listening and prepares peers to give feedback.</a:t>
            </a:r>
          </a:p>
          <a:p>
            <a:pPr marL="742950" indent="-457200">
              <a:lnSpc>
                <a:spcPct val="100000"/>
              </a:lnSpc>
              <a:buFont typeface="+mj-lt"/>
              <a:buAutoNum type="arabicPeriod"/>
            </a:pPr>
            <a:r>
              <a:rPr lang="en-US" sz="2000" b="1" dirty="0"/>
              <a:t>Round Robin Feedback:</a:t>
            </a:r>
          </a:p>
          <a:p>
            <a:pPr lvl="2">
              <a:lnSpc>
                <a:spcPct val="100000"/>
              </a:lnSpc>
            </a:pPr>
            <a:r>
              <a:rPr lang="en-US" sz="2000" dirty="0"/>
              <a:t>After a student reads their piece, the paper is passed to the right.</a:t>
            </a:r>
          </a:p>
          <a:p>
            <a:pPr lvl="2">
              <a:lnSpc>
                <a:spcPct val="100000"/>
              </a:lnSpc>
            </a:pPr>
            <a:r>
              <a:rPr lang="en-US" sz="2000" dirty="0"/>
              <a:t>Each peer writes constructive feedback on the paper in front of them, focusing on specific aspects like content relevance, organization, language use, and mechanics, as outlined in the rubric.</a:t>
            </a:r>
          </a:p>
          <a:p>
            <a:pPr lvl="2">
              <a:lnSpc>
                <a:spcPct val="100000"/>
              </a:lnSpc>
            </a:pPr>
            <a:r>
              <a:rPr lang="en-US" sz="2000" dirty="0"/>
              <a:t>Repeat until each student has commented on every other student's work in their group.</a:t>
            </a:r>
          </a:p>
          <a:p>
            <a:pPr marL="742950" indent="-457200">
              <a:lnSpc>
                <a:spcPct val="100000"/>
              </a:lnSpc>
              <a:buFont typeface="+mj-lt"/>
              <a:buAutoNum type="arabicPeriod"/>
            </a:pPr>
            <a:r>
              <a:rPr lang="en-US" sz="2000" b="1" dirty="0"/>
              <a:t>Focused Discussion:</a:t>
            </a:r>
          </a:p>
          <a:p>
            <a:pPr lvl="2">
              <a:lnSpc>
                <a:spcPct val="100000"/>
              </a:lnSpc>
            </a:pPr>
            <a:r>
              <a:rPr lang="en-US" sz="2000" dirty="0"/>
              <a:t>Once the papers have made a full circle, allow time for a guided group discussion. Students can ask questions, clarify points, and discuss the feedback received.</a:t>
            </a:r>
          </a:p>
        </p:txBody>
      </p:sp>
      <p:pic>
        <p:nvPicPr>
          <p:cNvPr id="10" name="Content Placeholder 9">
            <a:extLst>
              <a:ext uri="{FF2B5EF4-FFF2-40B4-BE49-F238E27FC236}">
                <a16:creationId xmlns:a16="http://schemas.microsoft.com/office/drawing/2014/main" id="{77D3DD9E-74A8-091D-8D15-E81B9CA42803}"/>
              </a:ext>
            </a:extLst>
          </p:cNvPr>
          <p:cNvPicPr>
            <a:picLocks noGrp="1" noChangeAspect="1"/>
          </p:cNvPicPr>
          <p:nvPr>
            <p:ph sz="half" idx="2"/>
          </p:nvPr>
        </p:nvPicPr>
        <p:blipFill rotWithShape="1">
          <a:blip r:embed="rId2">
            <a:extLst>
              <a:ext uri="{28A0092B-C50C-407E-A947-70E740481C1C}">
                <a14:useLocalDpi xmlns:a14="http://schemas.microsoft.com/office/drawing/2010/main" val="0"/>
              </a:ext>
            </a:extLst>
          </a:blip>
          <a:stretch/>
        </p:blipFill>
        <p:spPr>
          <a:xfrm>
            <a:off x="6172200" y="2231346"/>
            <a:ext cx="5181600" cy="3647846"/>
          </a:xfrm>
          <a:custGeom>
            <a:avLst/>
            <a:gdLst/>
            <a:ahLst/>
            <a:cxnLst/>
            <a:rect l="l" t="t" r="r" b="b"/>
            <a:pathLst>
              <a:path w="3807743" h="6307845">
                <a:moveTo>
                  <a:pt x="723201" y="386"/>
                </a:moveTo>
                <a:cubicBezTo>
                  <a:pt x="853884" y="-4204"/>
                  <a:pt x="1013493" y="33912"/>
                  <a:pt x="1176100" y="22622"/>
                </a:cubicBezTo>
                <a:cubicBezTo>
                  <a:pt x="1230302" y="18859"/>
                  <a:pt x="1281736" y="20622"/>
                  <a:pt x="1331852" y="24473"/>
                </a:cubicBezTo>
                <a:lnTo>
                  <a:pt x="1439547" y="34944"/>
                </a:lnTo>
                <a:lnTo>
                  <a:pt x="1484197" y="36226"/>
                </a:lnTo>
                <a:cubicBezTo>
                  <a:pt x="1535166" y="35421"/>
                  <a:pt x="1586369" y="31625"/>
                  <a:pt x="1636625" y="22622"/>
                </a:cubicBezTo>
                <a:cubicBezTo>
                  <a:pt x="1686882" y="13619"/>
                  <a:pt x="1729837" y="10653"/>
                  <a:pt x="1768740" y="10885"/>
                </a:cubicBezTo>
                <a:lnTo>
                  <a:pt x="1829538" y="15086"/>
                </a:lnTo>
                <a:lnTo>
                  <a:pt x="1869968" y="7996"/>
                </a:lnTo>
                <a:cubicBezTo>
                  <a:pt x="1953577" y="-31"/>
                  <a:pt x="2036989" y="9808"/>
                  <a:pt x="2112925" y="20118"/>
                </a:cubicBezTo>
                <a:lnTo>
                  <a:pt x="2119331" y="20977"/>
                </a:lnTo>
                <a:lnTo>
                  <a:pt x="2221855" y="13374"/>
                </a:lnTo>
                <a:cubicBezTo>
                  <a:pt x="2261207" y="12845"/>
                  <a:pt x="2298379" y="14359"/>
                  <a:pt x="2333484" y="16393"/>
                </a:cubicBezTo>
                <a:lnTo>
                  <a:pt x="2372613" y="18812"/>
                </a:lnTo>
                <a:lnTo>
                  <a:pt x="2404945" y="9387"/>
                </a:lnTo>
                <a:cubicBezTo>
                  <a:pt x="2452532" y="1754"/>
                  <a:pt x="2506192" y="9333"/>
                  <a:pt x="2561622" y="17814"/>
                </a:cubicBezTo>
                <a:lnTo>
                  <a:pt x="2583950" y="20591"/>
                </a:lnTo>
                <a:lnTo>
                  <a:pt x="2643527" y="20319"/>
                </a:lnTo>
                <a:cubicBezTo>
                  <a:pt x="2669677" y="20426"/>
                  <a:pt x="2697963" y="20717"/>
                  <a:pt x="2727392" y="21103"/>
                </a:cubicBezTo>
                <a:lnTo>
                  <a:pt x="2786908" y="21989"/>
                </a:lnTo>
                <a:lnTo>
                  <a:pt x="2846459" y="13267"/>
                </a:lnTo>
                <a:cubicBezTo>
                  <a:pt x="2896401" y="10176"/>
                  <a:pt x="2960607" y="12733"/>
                  <a:pt x="3036361" y="17072"/>
                </a:cubicBezTo>
                <a:lnTo>
                  <a:pt x="3129100" y="22671"/>
                </a:lnTo>
                <a:lnTo>
                  <a:pt x="3130653" y="22622"/>
                </a:lnTo>
                <a:cubicBezTo>
                  <a:pt x="3178874" y="19804"/>
                  <a:pt x="3260845" y="26231"/>
                  <a:pt x="3352422" y="32691"/>
                </a:cubicBezTo>
                <a:lnTo>
                  <a:pt x="3362608" y="33356"/>
                </a:lnTo>
                <a:lnTo>
                  <a:pt x="3446036" y="35579"/>
                </a:lnTo>
                <a:cubicBezTo>
                  <a:pt x="3550323" y="36566"/>
                  <a:pt x="3662083" y="33535"/>
                  <a:pt x="3778601" y="22622"/>
                </a:cubicBezTo>
                <a:cubicBezTo>
                  <a:pt x="3793981" y="243672"/>
                  <a:pt x="3764152" y="318695"/>
                  <a:pt x="3778601" y="467157"/>
                </a:cubicBezTo>
                <a:cubicBezTo>
                  <a:pt x="3790077" y="557563"/>
                  <a:pt x="3783697" y="684218"/>
                  <a:pt x="3777639" y="811856"/>
                </a:cubicBezTo>
                <a:lnTo>
                  <a:pt x="3773760" y="922625"/>
                </a:lnTo>
                <a:lnTo>
                  <a:pt x="3778601" y="974384"/>
                </a:lnTo>
                <a:cubicBezTo>
                  <a:pt x="3785784" y="1003717"/>
                  <a:pt x="3785160" y="1041120"/>
                  <a:pt x="3781239" y="1085904"/>
                </a:cubicBezTo>
                <a:lnTo>
                  <a:pt x="3776107" y="1132519"/>
                </a:lnTo>
                <a:lnTo>
                  <a:pt x="3778601" y="1162456"/>
                </a:lnTo>
                <a:cubicBezTo>
                  <a:pt x="3791360" y="1256797"/>
                  <a:pt x="3774958" y="1367020"/>
                  <a:pt x="3763568" y="1469787"/>
                </a:cubicBezTo>
                <a:lnTo>
                  <a:pt x="3758806" y="1520515"/>
                </a:lnTo>
                <a:lnTo>
                  <a:pt x="3760417" y="1549437"/>
                </a:lnTo>
                <a:cubicBezTo>
                  <a:pt x="3764298" y="1588133"/>
                  <a:pt x="3770171" y="1628243"/>
                  <a:pt x="3778601" y="1669683"/>
                </a:cubicBezTo>
                <a:cubicBezTo>
                  <a:pt x="3846039" y="2001203"/>
                  <a:pt x="3774784" y="2142285"/>
                  <a:pt x="3778601" y="2364982"/>
                </a:cubicBezTo>
                <a:lnTo>
                  <a:pt x="3776565" y="2406088"/>
                </a:lnTo>
                <a:lnTo>
                  <a:pt x="3778601" y="2427673"/>
                </a:lnTo>
                <a:cubicBezTo>
                  <a:pt x="3821357" y="2695960"/>
                  <a:pt x="3735684" y="2699438"/>
                  <a:pt x="3778601" y="2809517"/>
                </a:cubicBezTo>
                <a:cubicBezTo>
                  <a:pt x="3789330" y="2837037"/>
                  <a:pt x="3791666" y="2872927"/>
                  <a:pt x="3789892" y="2914654"/>
                </a:cubicBezTo>
                <a:lnTo>
                  <a:pt x="3784971" y="2966248"/>
                </a:lnTo>
                <a:lnTo>
                  <a:pt x="3796722" y="3024078"/>
                </a:lnTo>
                <a:cubicBezTo>
                  <a:pt x="3809238" y="3115139"/>
                  <a:pt x="3806232" y="3210898"/>
                  <a:pt x="3799338" y="3302850"/>
                </a:cubicBezTo>
                <a:lnTo>
                  <a:pt x="3787405" y="3438354"/>
                </a:lnTo>
                <a:lnTo>
                  <a:pt x="3790719" y="3460532"/>
                </a:lnTo>
                <a:cubicBezTo>
                  <a:pt x="3797323" y="3541872"/>
                  <a:pt x="3789007" y="3624193"/>
                  <a:pt x="3780361" y="3709762"/>
                </a:cubicBezTo>
                <a:lnTo>
                  <a:pt x="3780169" y="3712283"/>
                </a:lnTo>
                <a:lnTo>
                  <a:pt x="3781239" y="3768266"/>
                </a:lnTo>
                <a:cubicBezTo>
                  <a:pt x="3780994" y="3815588"/>
                  <a:pt x="3779902" y="3863939"/>
                  <a:pt x="3778794" y="3912511"/>
                </a:cubicBezTo>
                <a:lnTo>
                  <a:pt x="3776324" y="4054010"/>
                </a:lnTo>
                <a:lnTo>
                  <a:pt x="3778601" y="4074733"/>
                </a:lnTo>
                <a:cubicBezTo>
                  <a:pt x="3822365" y="4336760"/>
                  <a:pt x="3765189" y="4482586"/>
                  <a:pt x="3778601" y="4644650"/>
                </a:cubicBezTo>
                <a:cubicBezTo>
                  <a:pt x="3781954" y="4685166"/>
                  <a:pt x="3782850" y="4718916"/>
                  <a:pt x="3782504" y="4749344"/>
                </a:cubicBezTo>
                <a:lnTo>
                  <a:pt x="3780512" y="4796832"/>
                </a:lnTo>
                <a:lnTo>
                  <a:pt x="3786260" y="4877451"/>
                </a:lnTo>
                <a:cubicBezTo>
                  <a:pt x="3786165" y="4918212"/>
                  <a:pt x="3784020" y="4964155"/>
                  <a:pt x="3781623" y="5015963"/>
                </a:cubicBezTo>
                <a:lnTo>
                  <a:pt x="3779076" y="5087925"/>
                </a:lnTo>
                <a:lnTo>
                  <a:pt x="3779599" y="5155456"/>
                </a:lnTo>
                <a:lnTo>
                  <a:pt x="3775907" y="5219073"/>
                </a:lnTo>
                <a:lnTo>
                  <a:pt x="3778601" y="5402640"/>
                </a:lnTo>
                <a:cubicBezTo>
                  <a:pt x="3780494" y="5441637"/>
                  <a:pt x="3781680" y="5475146"/>
                  <a:pt x="3782335" y="5504141"/>
                </a:cubicBezTo>
                <a:lnTo>
                  <a:pt x="3782798" y="5566951"/>
                </a:lnTo>
                <a:lnTo>
                  <a:pt x="3786885" y="5599303"/>
                </a:lnTo>
                <a:cubicBezTo>
                  <a:pt x="3799534" y="5776838"/>
                  <a:pt x="3769350" y="6111156"/>
                  <a:pt x="3778601" y="6291711"/>
                </a:cubicBezTo>
                <a:cubicBezTo>
                  <a:pt x="3687392" y="6306733"/>
                  <a:pt x="3632350" y="6304889"/>
                  <a:pt x="3574752" y="6300212"/>
                </a:cubicBezTo>
                <a:lnTo>
                  <a:pt x="3545837" y="6297718"/>
                </a:lnTo>
                <a:lnTo>
                  <a:pt x="3527963" y="6296834"/>
                </a:lnTo>
                <a:cubicBezTo>
                  <a:pt x="3482151" y="6294419"/>
                  <a:pt x="3430025" y="6291672"/>
                  <a:pt x="3355561" y="6291711"/>
                </a:cubicBezTo>
                <a:cubicBezTo>
                  <a:pt x="3304843" y="6293555"/>
                  <a:pt x="3262749" y="6292377"/>
                  <a:pt x="3225711" y="6290098"/>
                </a:cubicBezTo>
                <a:lnTo>
                  <a:pt x="3218247" y="6289525"/>
                </a:lnTo>
                <a:lnTo>
                  <a:pt x="3198550" y="6289212"/>
                </a:lnTo>
                <a:cubicBezTo>
                  <a:pt x="3144315" y="6287803"/>
                  <a:pt x="3088976" y="6286105"/>
                  <a:pt x="3034921" y="6284968"/>
                </a:cubicBezTo>
                <a:lnTo>
                  <a:pt x="2973802" y="6284626"/>
                </a:lnTo>
                <a:lnTo>
                  <a:pt x="2932520" y="6291711"/>
                </a:lnTo>
                <a:cubicBezTo>
                  <a:pt x="2893699" y="6300111"/>
                  <a:pt x="2847670" y="6301992"/>
                  <a:pt x="2797581" y="6300669"/>
                </a:cubicBezTo>
                <a:lnTo>
                  <a:pt x="2672392" y="6292599"/>
                </a:lnTo>
                <a:lnTo>
                  <a:pt x="2629726" y="6293120"/>
                </a:lnTo>
                <a:lnTo>
                  <a:pt x="2540544" y="6284698"/>
                </a:lnTo>
                <a:lnTo>
                  <a:pt x="2473475" y="6280786"/>
                </a:lnTo>
                <a:cubicBezTo>
                  <a:pt x="2419724" y="6279900"/>
                  <a:pt x="2368202" y="6282437"/>
                  <a:pt x="2322057" y="6291711"/>
                </a:cubicBezTo>
                <a:cubicBezTo>
                  <a:pt x="2275912" y="6300985"/>
                  <a:pt x="2236301" y="6305003"/>
                  <a:pt x="2199195" y="6305968"/>
                </a:cubicBezTo>
                <a:lnTo>
                  <a:pt x="2094190" y="6302012"/>
                </a:lnTo>
                <a:lnTo>
                  <a:pt x="2029724" y="6307766"/>
                </a:lnTo>
                <a:cubicBezTo>
                  <a:pt x="1971866" y="6308389"/>
                  <a:pt x="1916420" y="6305265"/>
                  <a:pt x="1864312" y="6301339"/>
                </a:cubicBezTo>
                <a:lnTo>
                  <a:pt x="1761307" y="6293375"/>
                </a:lnTo>
                <a:lnTo>
                  <a:pt x="1745972" y="6293782"/>
                </a:lnTo>
                <a:cubicBezTo>
                  <a:pt x="1699734" y="6294177"/>
                  <a:pt x="1664143" y="6292827"/>
                  <a:pt x="1633352" y="6291083"/>
                </a:cubicBezTo>
                <a:lnTo>
                  <a:pt x="1621369" y="6290324"/>
                </a:lnTo>
                <a:lnTo>
                  <a:pt x="1599140" y="6291711"/>
                </a:lnTo>
                <a:cubicBezTo>
                  <a:pt x="1564093" y="6296354"/>
                  <a:pt x="1527169" y="6296254"/>
                  <a:pt x="1488567" y="6294097"/>
                </a:cubicBezTo>
                <a:lnTo>
                  <a:pt x="1429716" y="6289243"/>
                </a:lnTo>
                <a:lnTo>
                  <a:pt x="1401008" y="6291711"/>
                </a:lnTo>
                <a:cubicBezTo>
                  <a:pt x="1314301" y="6301163"/>
                  <a:pt x="1222976" y="6299856"/>
                  <a:pt x="1127367" y="6296839"/>
                </a:cubicBezTo>
                <a:lnTo>
                  <a:pt x="1062601" y="6295730"/>
                </a:lnTo>
                <a:lnTo>
                  <a:pt x="964991" y="6305909"/>
                </a:lnTo>
                <a:cubicBezTo>
                  <a:pt x="833250" y="6307778"/>
                  <a:pt x="714190" y="6280255"/>
                  <a:pt x="603122" y="6291711"/>
                </a:cubicBezTo>
                <a:cubicBezTo>
                  <a:pt x="455032" y="6306986"/>
                  <a:pt x="261206" y="6260346"/>
                  <a:pt x="30143" y="6291711"/>
                </a:cubicBezTo>
                <a:cubicBezTo>
                  <a:pt x="-1198" y="6167281"/>
                  <a:pt x="7291" y="6044138"/>
                  <a:pt x="19371" y="5934598"/>
                </a:cubicBezTo>
                <a:lnTo>
                  <a:pt x="33559" y="5801663"/>
                </a:lnTo>
                <a:lnTo>
                  <a:pt x="30143" y="5784485"/>
                </a:lnTo>
                <a:cubicBezTo>
                  <a:pt x="7257" y="5691455"/>
                  <a:pt x="7506" y="5585492"/>
                  <a:pt x="13352" y="5476692"/>
                </a:cubicBezTo>
                <a:lnTo>
                  <a:pt x="21882" y="5346809"/>
                </a:lnTo>
                <a:lnTo>
                  <a:pt x="22064" y="5339439"/>
                </a:lnTo>
                <a:lnTo>
                  <a:pt x="29601" y="5166357"/>
                </a:lnTo>
                <a:lnTo>
                  <a:pt x="30143" y="5151877"/>
                </a:lnTo>
                <a:cubicBezTo>
                  <a:pt x="30018" y="5125783"/>
                  <a:pt x="30111" y="5102484"/>
                  <a:pt x="30346" y="5081409"/>
                </a:cubicBezTo>
                <a:lnTo>
                  <a:pt x="30433" y="5076663"/>
                </a:lnTo>
                <a:lnTo>
                  <a:pt x="30143" y="4963804"/>
                </a:lnTo>
                <a:cubicBezTo>
                  <a:pt x="27040" y="4910138"/>
                  <a:pt x="27067" y="4856021"/>
                  <a:pt x="28459" y="4800989"/>
                </a:cubicBezTo>
                <a:lnTo>
                  <a:pt x="30399" y="4750796"/>
                </a:lnTo>
                <a:lnTo>
                  <a:pt x="31514" y="4666872"/>
                </a:lnTo>
                <a:lnTo>
                  <a:pt x="34697" y="4639551"/>
                </a:lnTo>
                <a:lnTo>
                  <a:pt x="34963" y="4632686"/>
                </a:lnTo>
                <a:cubicBezTo>
                  <a:pt x="37318" y="4575362"/>
                  <a:pt x="39271" y="4516661"/>
                  <a:pt x="39056" y="4456118"/>
                </a:cubicBezTo>
                <a:lnTo>
                  <a:pt x="36996" y="4412759"/>
                </a:lnTo>
                <a:lnTo>
                  <a:pt x="30143" y="4388188"/>
                </a:lnTo>
                <a:cubicBezTo>
                  <a:pt x="7389" y="4328002"/>
                  <a:pt x="11492" y="4256950"/>
                  <a:pt x="19232" y="4188739"/>
                </a:cubicBezTo>
                <a:lnTo>
                  <a:pt x="23985" y="4147809"/>
                </a:lnTo>
                <a:lnTo>
                  <a:pt x="23690" y="4087290"/>
                </a:lnTo>
                <a:lnTo>
                  <a:pt x="29097" y="3984687"/>
                </a:lnTo>
                <a:lnTo>
                  <a:pt x="28035" y="3962690"/>
                </a:lnTo>
                <a:cubicBezTo>
                  <a:pt x="28525" y="3945828"/>
                  <a:pt x="30052" y="3926691"/>
                  <a:pt x="32148" y="3905387"/>
                </a:cubicBezTo>
                <a:lnTo>
                  <a:pt x="34754" y="3881032"/>
                </a:lnTo>
                <a:lnTo>
                  <a:pt x="39206" y="3802233"/>
                </a:lnTo>
                <a:cubicBezTo>
                  <a:pt x="39778" y="3763353"/>
                  <a:pt x="37619" y="3728800"/>
                  <a:pt x="30143" y="3698588"/>
                </a:cubicBezTo>
                <a:cubicBezTo>
                  <a:pt x="7714" y="3607954"/>
                  <a:pt x="33117" y="3482508"/>
                  <a:pt x="36579" y="3365983"/>
                </a:cubicBezTo>
                <a:lnTo>
                  <a:pt x="36510" y="3356621"/>
                </a:lnTo>
                <a:lnTo>
                  <a:pt x="30143" y="3311044"/>
                </a:lnTo>
                <a:cubicBezTo>
                  <a:pt x="14271" y="3224157"/>
                  <a:pt x="11445" y="3149243"/>
                  <a:pt x="14856" y="3082749"/>
                </a:cubicBezTo>
                <a:lnTo>
                  <a:pt x="22229" y="3005366"/>
                </a:lnTo>
                <a:lnTo>
                  <a:pt x="27244" y="2895198"/>
                </a:lnTo>
                <a:cubicBezTo>
                  <a:pt x="29143" y="2848776"/>
                  <a:pt x="30527" y="2799531"/>
                  <a:pt x="30143" y="2746826"/>
                </a:cubicBezTo>
                <a:lnTo>
                  <a:pt x="36784" y="2638240"/>
                </a:lnTo>
                <a:lnTo>
                  <a:pt x="30143" y="2615745"/>
                </a:lnTo>
                <a:cubicBezTo>
                  <a:pt x="-20952" y="2495890"/>
                  <a:pt x="17898" y="2340273"/>
                  <a:pt x="37923" y="2201958"/>
                </a:cubicBezTo>
                <a:lnTo>
                  <a:pt x="42734" y="2158379"/>
                </a:lnTo>
                <a:lnTo>
                  <a:pt x="30143" y="2114218"/>
                </a:lnTo>
                <a:cubicBezTo>
                  <a:pt x="2269" y="2040950"/>
                  <a:pt x="-2735" y="1972014"/>
                  <a:pt x="1162" y="1906697"/>
                </a:cubicBezTo>
                <a:lnTo>
                  <a:pt x="6289" y="1854885"/>
                </a:lnTo>
                <a:lnTo>
                  <a:pt x="8053" y="1809168"/>
                </a:lnTo>
                <a:cubicBezTo>
                  <a:pt x="9832" y="1790244"/>
                  <a:pt x="12470" y="1771472"/>
                  <a:pt x="15415" y="1752867"/>
                </a:cubicBezTo>
                <a:lnTo>
                  <a:pt x="30925" y="1652561"/>
                </a:lnTo>
                <a:lnTo>
                  <a:pt x="30143" y="1606992"/>
                </a:lnTo>
                <a:cubicBezTo>
                  <a:pt x="28397" y="1588584"/>
                  <a:pt x="27931" y="1568665"/>
                  <a:pt x="28348" y="1547550"/>
                </a:cubicBezTo>
                <a:lnTo>
                  <a:pt x="29206" y="1531212"/>
                </a:lnTo>
                <a:lnTo>
                  <a:pt x="23637" y="1487282"/>
                </a:lnTo>
                <a:cubicBezTo>
                  <a:pt x="16479" y="1367166"/>
                  <a:pt x="59638" y="1246041"/>
                  <a:pt x="30143" y="1156757"/>
                </a:cubicBezTo>
                <a:cubicBezTo>
                  <a:pt x="21716" y="1131248"/>
                  <a:pt x="18318" y="1090735"/>
                  <a:pt x="17757" y="1041370"/>
                </a:cubicBezTo>
                <a:lnTo>
                  <a:pt x="18463" y="985697"/>
                </a:lnTo>
                <a:lnTo>
                  <a:pt x="16239" y="975915"/>
                </a:lnTo>
                <a:cubicBezTo>
                  <a:pt x="13541" y="957312"/>
                  <a:pt x="12597" y="940330"/>
                  <a:pt x="12862" y="924477"/>
                </a:cubicBezTo>
                <a:lnTo>
                  <a:pt x="23640" y="845857"/>
                </a:lnTo>
                <a:lnTo>
                  <a:pt x="30907" y="688163"/>
                </a:lnTo>
                <a:lnTo>
                  <a:pt x="31375" y="662715"/>
                </a:lnTo>
                <a:lnTo>
                  <a:pt x="30143" y="655230"/>
                </a:lnTo>
                <a:cubicBezTo>
                  <a:pt x="20345" y="615334"/>
                  <a:pt x="17924" y="569960"/>
                  <a:pt x="19185" y="520814"/>
                </a:cubicBezTo>
                <a:lnTo>
                  <a:pt x="26662" y="415314"/>
                </a:lnTo>
                <a:lnTo>
                  <a:pt x="25635" y="383217"/>
                </a:lnTo>
                <a:cubicBezTo>
                  <a:pt x="25461" y="243905"/>
                  <a:pt x="35455" y="113017"/>
                  <a:pt x="30143" y="22622"/>
                </a:cubicBezTo>
                <a:cubicBezTo>
                  <a:pt x="90096" y="13526"/>
                  <a:pt x="146841" y="12585"/>
                  <a:pt x="200495" y="15390"/>
                </a:cubicBezTo>
                <a:lnTo>
                  <a:pt x="324102" y="27794"/>
                </a:lnTo>
                <a:lnTo>
                  <a:pt x="329634" y="27979"/>
                </a:lnTo>
                <a:cubicBezTo>
                  <a:pt x="398332" y="30204"/>
                  <a:pt x="468106" y="31425"/>
                  <a:pt x="551798" y="27886"/>
                </a:cubicBezTo>
                <a:lnTo>
                  <a:pt x="592464" y="25476"/>
                </a:lnTo>
                <a:lnTo>
                  <a:pt x="603122" y="22622"/>
                </a:lnTo>
                <a:cubicBezTo>
                  <a:pt x="639294" y="8191"/>
                  <a:pt x="679641" y="1916"/>
                  <a:pt x="723201" y="386"/>
                </a:cubicBezTo>
                <a:close/>
              </a:path>
            </a:pathLst>
          </a:custGeom>
        </p:spPr>
      </p:pic>
    </p:spTree>
    <p:extLst>
      <p:ext uri="{BB962C8B-B14F-4D97-AF65-F5344CB8AC3E}">
        <p14:creationId xmlns:p14="http://schemas.microsoft.com/office/powerpoint/2010/main" val="3477441893"/>
      </p:ext>
    </p:extLst>
  </p:cSld>
  <p:clrMapOvr>
    <a:masterClrMapping/>
  </p:clrMapOvr>
  <mc:AlternateContent xmlns:mc="http://schemas.openxmlformats.org/markup-compatibility/2006">
    <mc:Choice xmlns:p14="http://schemas.microsoft.com/office/powerpoint/2010/main" Requires="p14">
      <p:transition spd="slow" p14:dur="2000" advTm="32897"/>
    </mc:Choice>
    <mc:Fallback>
      <p:transition spd="slow" advTm="32897"/>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CB614-B2AA-1702-29CA-C318BC2DE47A}"/>
              </a:ext>
            </a:extLst>
          </p:cNvPr>
          <p:cNvSpPr>
            <a:spLocks noGrp="1"/>
          </p:cNvSpPr>
          <p:nvPr>
            <p:ph type="title"/>
          </p:nvPr>
        </p:nvSpPr>
        <p:spPr/>
        <p:txBody>
          <a:bodyPr>
            <a:normAutofit/>
          </a:bodyPr>
          <a:lstStyle/>
          <a:p>
            <a:r>
              <a:rPr lang="en-US" dirty="0"/>
              <a:t>Running the Activity</a:t>
            </a:r>
          </a:p>
        </p:txBody>
      </p:sp>
      <p:sp>
        <p:nvSpPr>
          <p:cNvPr id="3" name="Content Placeholder 2">
            <a:extLst>
              <a:ext uri="{FF2B5EF4-FFF2-40B4-BE49-F238E27FC236}">
                <a16:creationId xmlns:a16="http://schemas.microsoft.com/office/drawing/2014/main" id="{54B21055-9EF5-EA01-8417-606D537B03FF}"/>
              </a:ext>
            </a:extLst>
          </p:cNvPr>
          <p:cNvSpPr>
            <a:spLocks noGrp="1"/>
          </p:cNvSpPr>
          <p:nvPr>
            <p:ph sz="half" idx="1"/>
          </p:nvPr>
        </p:nvSpPr>
        <p:spPr/>
        <p:txBody>
          <a:bodyPr>
            <a:normAutofit fontScale="77500" lnSpcReduction="20000"/>
          </a:bodyPr>
          <a:lstStyle/>
          <a:p>
            <a:pPr>
              <a:buFont typeface="Wingdings" panose="05000000000000000000" pitchFamily="2" charset="2"/>
              <a:buChar char="Ø"/>
            </a:pPr>
            <a:r>
              <a:rPr lang="en-US" sz="3400" b="1" dirty="0">
                <a:solidFill>
                  <a:schemeClr val="accent3"/>
                </a:solidFill>
              </a:rPr>
              <a:t>Monitoring Feedback Quality:</a:t>
            </a:r>
          </a:p>
          <a:p>
            <a:pPr lvl="1">
              <a:buFont typeface="Wingdings" panose="05000000000000000000" pitchFamily="2" charset="2"/>
              <a:buChar char="ü"/>
            </a:pPr>
            <a:r>
              <a:rPr lang="en-US" sz="3000" b="1" dirty="0"/>
              <a:t>Feedback Guide: Provide a feedback guide with examples of constructive comments and questions to prompt thoughtful feedback.</a:t>
            </a:r>
          </a:p>
          <a:p>
            <a:pPr lvl="1">
              <a:buFont typeface="Wingdings" panose="05000000000000000000" pitchFamily="2" charset="2"/>
              <a:buChar char="ü"/>
            </a:pPr>
            <a:r>
              <a:rPr lang="en-US" sz="3000" b="1" dirty="0"/>
              <a:t>Teacher Supervision: Circulate during the activity, observing group dynamics and the quality of feedback being given.</a:t>
            </a:r>
          </a:p>
          <a:p>
            <a:pPr>
              <a:buFont typeface="Wingdings" panose="05000000000000000000" pitchFamily="2" charset="2"/>
              <a:buChar char="Ø"/>
            </a:pPr>
            <a:r>
              <a:rPr lang="en-US" sz="3400" b="1" dirty="0">
                <a:solidFill>
                  <a:schemeClr val="accent3"/>
                </a:solidFill>
              </a:rPr>
              <a:t>Assessing the Use of Feedback:</a:t>
            </a:r>
          </a:p>
          <a:p>
            <a:pPr lvl="1">
              <a:buFont typeface="Wingdings" panose="05000000000000000000" pitchFamily="2" charset="2"/>
              <a:buChar char="ü"/>
            </a:pPr>
            <a:r>
              <a:rPr lang="en-US" sz="3000" b="1" dirty="0"/>
              <a:t>Discuss the different features of the text, such as headings, subheadings, bold words, images, and examples.</a:t>
            </a:r>
          </a:p>
          <a:p>
            <a:pPr lvl="1">
              <a:buFont typeface="Wingdings" panose="05000000000000000000" pitchFamily="2" charset="2"/>
              <a:buChar char="ü"/>
            </a:pPr>
            <a:r>
              <a:rPr lang="en-US" sz="3000" b="1" dirty="0"/>
              <a:t>Show how each feature helps in understanding the content better.</a:t>
            </a:r>
            <a:endParaRPr lang="en-US" dirty="0"/>
          </a:p>
        </p:txBody>
      </p:sp>
      <p:sp>
        <p:nvSpPr>
          <p:cNvPr id="4" name="Content Placeholder 3">
            <a:extLst>
              <a:ext uri="{FF2B5EF4-FFF2-40B4-BE49-F238E27FC236}">
                <a16:creationId xmlns:a16="http://schemas.microsoft.com/office/drawing/2014/main" id="{922BF6FA-5C1E-9210-B93F-019553E7674B}"/>
              </a:ext>
            </a:extLst>
          </p:cNvPr>
          <p:cNvSpPr>
            <a:spLocks noGrp="1"/>
          </p:cNvSpPr>
          <p:nvPr>
            <p:ph sz="half" idx="2"/>
          </p:nvPr>
        </p:nvSpPr>
        <p:spPr/>
        <p:txBody>
          <a:bodyPr>
            <a:normAutofit fontScale="77500" lnSpcReduction="20000"/>
          </a:bodyPr>
          <a:lstStyle/>
          <a:p>
            <a:pPr>
              <a:buFont typeface="Wingdings" panose="05000000000000000000" pitchFamily="2" charset="2"/>
              <a:buChar char="Ø"/>
            </a:pPr>
            <a:r>
              <a:rPr lang="en-US" sz="3400" b="1" dirty="0">
                <a:solidFill>
                  <a:schemeClr val="accent3"/>
                </a:solidFill>
              </a:rPr>
              <a:t>Ensuring Productive Use of Time:</a:t>
            </a:r>
          </a:p>
          <a:p>
            <a:pPr lvl="1">
              <a:buFont typeface="Wingdings" panose="05000000000000000000" pitchFamily="2" charset="2"/>
              <a:buChar char="ü"/>
            </a:pPr>
            <a:r>
              <a:rPr lang="en-US" sz="3000" b="1" dirty="0"/>
              <a:t>Time Management: Set a timer for each stage of the activity to keep groups on track.</a:t>
            </a:r>
          </a:p>
          <a:p>
            <a:pPr lvl="1">
              <a:buFont typeface="Wingdings" panose="05000000000000000000" pitchFamily="2" charset="2"/>
              <a:buChar char="ü"/>
            </a:pPr>
            <a:r>
              <a:rPr lang="en-US" sz="3000" b="1" dirty="0"/>
              <a:t>Active Participation: Encourage all students to participate actively in giving and receiving feedback.</a:t>
            </a:r>
          </a:p>
          <a:p>
            <a:pPr>
              <a:buFont typeface="Wingdings" panose="05000000000000000000" pitchFamily="2" charset="2"/>
              <a:buChar char="Ø"/>
            </a:pPr>
            <a:r>
              <a:rPr lang="en-US" sz="3400" b="1" dirty="0">
                <a:solidFill>
                  <a:schemeClr val="accent3"/>
                </a:solidFill>
              </a:rPr>
              <a:t>Expectations:</a:t>
            </a:r>
          </a:p>
          <a:p>
            <a:pPr lvl="1">
              <a:buFont typeface="Wingdings" panose="05000000000000000000" pitchFamily="2" charset="2"/>
              <a:buChar char="ü"/>
            </a:pPr>
            <a:r>
              <a:rPr lang="en-US" sz="3000" b="1" dirty="0"/>
              <a:t>Respectful and Constructive Feedback: Emphasize the importance of giving feedback that is respectful, specific, and helpful.</a:t>
            </a:r>
          </a:p>
          <a:p>
            <a:pPr lvl="1">
              <a:buFont typeface="Wingdings" panose="05000000000000000000" pitchFamily="2" charset="2"/>
              <a:buChar char="ü"/>
            </a:pPr>
            <a:r>
              <a:rPr lang="en-US" sz="3000" b="1" dirty="0"/>
              <a:t>Engagement: Expect students to engage actively with their peers' work, providing thoughtful and detailed feedback.</a:t>
            </a:r>
            <a:endParaRPr lang="en-US" dirty="0"/>
          </a:p>
        </p:txBody>
      </p:sp>
    </p:spTree>
    <p:extLst>
      <p:ext uri="{BB962C8B-B14F-4D97-AF65-F5344CB8AC3E}">
        <p14:creationId xmlns:p14="http://schemas.microsoft.com/office/powerpoint/2010/main" val="3782075422"/>
      </p:ext>
    </p:extLst>
  </p:cSld>
  <p:clrMapOvr>
    <a:masterClrMapping/>
  </p:clrMapOvr>
  <mc:AlternateContent xmlns:mc="http://schemas.openxmlformats.org/markup-compatibility/2006">
    <mc:Choice xmlns:p14="http://schemas.microsoft.com/office/powerpoint/2010/main" Requires="p14">
      <p:transition spd="slow" p14:dur="2000" advTm="46253"/>
    </mc:Choice>
    <mc:Fallback>
      <p:transition spd="slow" advTm="4625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A6FA2-3E81-42B4-BB1F-A03FE0F34BDF}"/>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4D0C7308-C85E-6D08-D538-FA2086A1BD18}"/>
              </a:ext>
            </a:extLst>
          </p:cNvPr>
          <p:cNvSpPr>
            <a:spLocks noGrp="1"/>
          </p:cNvSpPr>
          <p:nvPr>
            <p:ph idx="1"/>
          </p:nvPr>
        </p:nvSpPr>
        <p:spPr/>
        <p:txBody>
          <a:bodyPr/>
          <a:lstStyle/>
          <a:p>
            <a:pPr marL="457200" indent="-457200">
              <a:buNone/>
            </a:pPr>
            <a:r>
              <a:rPr lang="en-US" dirty="0">
                <a:effectLst/>
              </a:rPr>
              <a:t>Cuemath. (n.d.). </a:t>
            </a:r>
            <a:r>
              <a:rPr lang="en-US" i="1" dirty="0">
                <a:effectLst/>
              </a:rPr>
              <a:t>Algebraic Expressions—Formulas, Simplifying, Evaluating</a:t>
            </a:r>
            <a:r>
              <a:rPr lang="en-US" dirty="0">
                <a:effectLst/>
              </a:rPr>
              <a:t>. Cuemath. Retrieved January 21, 2024, from      </a:t>
            </a:r>
            <a:r>
              <a:rPr lang="en-US" dirty="0">
                <a:effectLst/>
                <a:hlinkClick r:id="rId2"/>
              </a:rPr>
              <a:t>https://www.cuemath.com/algebra/algebraic-expression/</a:t>
            </a:r>
            <a:endParaRPr lang="en-US" dirty="0">
              <a:effectLst/>
            </a:endParaRPr>
          </a:p>
          <a:p>
            <a:pPr marL="0" indent="0">
              <a:buNone/>
            </a:pPr>
            <a:endParaRPr lang="en-US" dirty="0"/>
          </a:p>
        </p:txBody>
      </p:sp>
    </p:spTree>
    <p:extLst>
      <p:ext uri="{BB962C8B-B14F-4D97-AF65-F5344CB8AC3E}">
        <p14:creationId xmlns:p14="http://schemas.microsoft.com/office/powerpoint/2010/main" val="3721908322"/>
      </p:ext>
    </p:extLst>
  </p:cSld>
  <p:clrMapOvr>
    <a:masterClrMapping/>
  </p:clrMapOvr>
  <mc:AlternateContent xmlns:mc="http://schemas.openxmlformats.org/markup-compatibility/2006">
    <mc:Choice xmlns:p14="http://schemas.microsoft.com/office/powerpoint/2010/main" Requires="p14">
      <p:transition spd="slow" p14:dur="2000" advTm="7324"/>
    </mc:Choice>
    <mc:Fallback>
      <p:transition spd="slow" advTm="7324"/>
    </mc:Fallback>
  </mc:AlternateContent>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2">
      <a:majorFont>
        <a:latin typeface="The Serif Hand Black"/>
        <a:ea typeface=""/>
        <a:cs typeface=""/>
      </a:majorFont>
      <a:minorFont>
        <a:latin typeface="The Hand Bol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docProps/app.xml><?xml version="1.0" encoding="utf-8"?>
<Properties xmlns="http://schemas.openxmlformats.org/officeDocument/2006/extended-properties" xmlns:vt="http://schemas.openxmlformats.org/officeDocument/2006/docPropsVTypes">
  <Template/>
  <TotalTime>192</TotalTime>
  <Words>867</Words>
  <Application>Microsoft Office PowerPoint</Application>
  <PresentationFormat>Widescreen</PresentationFormat>
  <Paragraphs>74</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The Hand Bold</vt:lpstr>
      <vt:lpstr>The Serif Hand Black</vt:lpstr>
      <vt:lpstr>Wingdings</vt:lpstr>
      <vt:lpstr>SketchyVTI</vt:lpstr>
      <vt:lpstr>Enhancing Writing in Mathematics</vt:lpstr>
      <vt:lpstr>The Cuemath website: Algebraic Expressions</vt:lpstr>
      <vt:lpstr>Writing Prompt: Understanding Algebraic Expressions</vt:lpstr>
      <vt:lpstr>Challenges and Scaffolds</vt:lpstr>
      <vt:lpstr>Writing Prompt Rubric</vt:lpstr>
      <vt:lpstr>Activity: Feedback Carousel</vt:lpstr>
      <vt:lpstr>Running the Activity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Informational Text in Mathematics</dc:title>
  <dc:creator>Frank Jamison</dc:creator>
  <cp:lastModifiedBy>Frank Jamison</cp:lastModifiedBy>
  <cp:revision>2</cp:revision>
  <dcterms:created xsi:type="dcterms:W3CDTF">2024-01-21T13:44:41Z</dcterms:created>
  <dcterms:modified xsi:type="dcterms:W3CDTF">2024-03-06T03:07:42Z</dcterms:modified>
</cp:coreProperties>
</file>