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42877-173F-4BFF-97F2-8FF597B5B61D}" v="3" dt="2024-04-19T22:18:4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Jamison" userId="ba5cb3d4-e437-4fdd-96e9-c87ac9c47693" providerId="ADAL" clId="{03442877-173F-4BFF-97F2-8FF597B5B61D}"/>
    <pc:docChg chg="undo custSel addSld modSld sldOrd">
      <pc:chgData name="Frank Jamison" userId="ba5cb3d4-e437-4fdd-96e9-c87ac9c47693" providerId="ADAL" clId="{03442877-173F-4BFF-97F2-8FF597B5B61D}" dt="2024-04-19T22:28:01.235" v="67" actId="14100"/>
      <pc:docMkLst>
        <pc:docMk/>
      </pc:docMkLst>
      <pc:sldChg chg="addSp modSp mod setBg setClrOvrMap">
        <pc:chgData name="Frank Jamison" userId="ba5cb3d4-e437-4fdd-96e9-c87ac9c47693" providerId="ADAL" clId="{03442877-173F-4BFF-97F2-8FF597B5B61D}" dt="2024-04-19T22:20:08.461" v="22" actId="26606"/>
        <pc:sldMkLst>
          <pc:docMk/>
          <pc:sldMk cId="303070505" sldId="256"/>
        </pc:sldMkLst>
        <pc:spChg chg="mod">
          <ac:chgData name="Frank Jamison" userId="ba5cb3d4-e437-4fdd-96e9-c87ac9c47693" providerId="ADAL" clId="{03442877-173F-4BFF-97F2-8FF597B5B61D}" dt="2024-04-19T22:20:08.461" v="22" actId="26606"/>
          <ac:spMkLst>
            <pc:docMk/>
            <pc:sldMk cId="303070505" sldId="256"/>
            <ac:spMk id="2" creationId="{C8ECDFBE-5B6D-1DB5-743A-7153AAE00AE1}"/>
          </ac:spMkLst>
        </pc:spChg>
        <pc:spChg chg="mod">
          <ac:chgData name="Frank Jamison" userId="ba5cb3d4-e437-4fdd-96e9-c87ac9c47693" providerId="ADAL" clId="{03442877-173F-4BFF-97F2-8FF597B5B61D}" dt="2024-04-19T22:20:08.461" v="22" actId="26606"/>
          <ac:spMkLst>
            <pc:docMk/>
            <pc:sldMk cId="303070505" sldId="256"/>
            <ac:spMk id="3" creationId="{E04A410D-289C-D0D5-4352-2A6570405B94}"/>
          </ac:spMkLst>
        </pc:spChg>
        <pc:spChg chg="add">
          <ac:chgData name="Frank Jamison" userId="ba5cb3d4-e437-4fdd-96e9-c87ac9c47693" providerId="ADAL" clId="{03442877-173F-4BFF-97F2-8FF597B5B61D}" dt="2024-04-19T22:20:08.461" v="22" actId="26606"/>
          <ac:spMkLst>
            <pc:docMk/>
            <pc:sldMk cId="303070505" sldId="256"/>
            <ac:spMk id="8" creationId="{E5A92FE9-DB05-4D0D-AF5A-BE8664B9FFB4}"/>
          </ac:spMkLst>
        </pc:spChg>
        <pc:grpChg chg="add">
          <ac:chgData name="Frank Jamison" userId="ba5cb3d4-e437-4fdd-96e9-c87ac9c47693" providerId="ADAL" clId="{03442877-173F-4BFF-97F2-8FF597B5B61D}" dt="2024-04-19T22:20:08.461" v="22" actId="26606"/>
          <ac:grpSpMkLst>
            <pc:docMk/>
            <pc:sldMk cId="303070505" sldId="256"/>
            <ac:grpSpMk id="10" creationId="{53D9B26A-5143-49A7-BA98-D871D5BD719A}"/>
          </ac:grpSpMkLst>
        </pc:grpChg>
      </pc:sldChg>
      <pc:sldChg chg="addSp delSp modSp mod setBg">
        <pc:chgData name="Frank Jamison" userId="ba5cb3d4-e437-4fdd-96e9-c87ac9c47693" providerId="ADAL" clId="{03442877-173F-4BFF-97F2-8FF597B5B61D}" dt="2024-04-19T22:20:25.663" v="28" actId="27636"/>
        <pc:sldMkLst>
          <pc:docMk/>
          <pc:sldMk cId="1795590471" sldId="257"/>
        </pc:sldMkLst>
        <pc:spChg chg="mod">
          <ac:chgData name="Frank Jamison" userId="ba5cb3d4-e437-4fdd-96e9-c87ac9c47693" providerId="ADAL" clId="{03442877-173F-4BFF-97F2-8FF597B5B61D}" dt="2024-04-19T22:20:25.646" v="27" actId="26606"/>
          <ac:spMkLst>
            <pc:docMk/>
            <pc:sldMk cId="1795590471" sldId="257"/>
            <ac:spMk id="2" creationId="{F3918CE3-7E06-9BC3-E466-B018BC3540F1}"/>
          </ac:spMkLst>
        </pc:spChg>
        <pc:spChg chg="mod">
          <ac:chgData name="Frank Jamison" userId="ba5cb3d4-e437-4fdd-96e9-c87ac9c47693" providerId="ADAL" clId="{03442877-173F-4BFF-97F2-8FF597B5B61D}" dt="2024-04-19T22:20:25.646" v="27" actId="26606"/>
          <ac:spMkLst>
            <pc:docMk/>
            <pc:sldMk cId="1795590471" sldId="257"/>
            <ac:spMk id="3" creationId="{D814DE28-C507-544C-71D9-6F864ADBEAC0}"/>
          </ac:spMkLst>
        </pc:spChg>
        <pc:spChg chg="mod">
          <ac:chgData name="Frank Jamison" userId="ba5cb3d4-e437-4fdd-96e9-c87ac9c47693" providerId="ADAL" clId="{03442877-173F-4BFF-97F2-8FF597B5B61D}" dt="2024-04-19T22:20:25.663" v="28" actId="27636"/>
          <ac:spMkLst>
            <pc:docMk/>
            <pc:sldMk cId="1795590471" sldId="257"/>
            <ac:spMk id="4" creationId="{C80ECB06-AA9A-E77F-7F07-B565552BA30A}"/>
          </ac:spMkLst>
        </pc:spChg>
        <pc:spChg chg="add del">
          <ac:chgData name="Frank Jamison" userId="ba5cb3d4-e437-4fdd-96e9-c87ac9c47693" providerId="ADAL" clId="{03442877-173F-4BFF-97F2-8FF597B5B61D}" dt="2024-04-19T22:20:25.639" v="26" actId="26606"/>
          <ac:spMkLst>
            <pc:docMk/>
            <pc:sldMk cId="1795590471" sldId="257"/>
            <ac:spMk id="18" creationId="{94C52C56-BEF2-4E22-8C8E-A7AC96B03A72}"/>
          </ac:spMkLst>
        </pc:spChg>
        <pc:spChg chg="add del">
          <ac:chgData name="Frank Jamison" userId="ba5cb3d4-e437-4fdd-96e9-c87ac9c47693" providerId="ADAL" clId="{03442877-173F-4BFF-97F2-8FF597B5B61D}" dt="2024-04-19T22:20:25.639" v="26" actId="26606"/>
          <ac:spMkLst>
            <pc:docMk/>
            <pc:sldMk cId="1795590471" sldId="257"/>
            <ac:spMk id="20" creationId="{42285737-90EE-47DC-AC80-8AE156B11969}"/>
          </ac:spMkLst>
        </pc:spChg>
        <pc:grpChg chg="add del">
          <ac:chgData name="Frank Jamison" userId="ba5cb3d4-e437-4fdd-96e9-c87ac9c47693" providerId="ADAL" clId="{03442877-173F-4BFF-97F2-8FF597B5B61D}" dt="2024-04-19T22:20:25.639" v="26" actId="26606"/>
          <ac:grpSpMkLst>
            <pc:docMk/>
            <pc:sldMk cId="1795590471" sldId="257"/>
            <ac:grpSpMk id="10" creationId="{71092D16-14DA-4606-831F-0DB3EEECB91C}"/>
          </ac:grpSpMkLst>
        </pc:grpChg>
        <pc:grpChg chg="add del">
          <ac:chgData name="Frank Jamison" userId="ba5cb3d4-e437-4fdd-96e9-c87ac9c47693" providerId="ADAL" clId="{03442877-173F-4BFF-97F2-8FF597B5B61D}" dt="2024-04-19T22:20:25.639" v="26" actId="26606"/>
          <ac:grpSpMkLst>
            <pc:docMk/>
            <pc:sldMk cId="1795590471" sldId="257"/>
            <ac:grpSpMk id="22" creationId="{B57BDC17-F1B3-455F-BBF1-680AA1F25C06}"/>
          </ac:grpSpMkLst>
        </pc:grpChg>
        <pc:grpChg chg="add">
          <ac:chgData name="Frank Jamison" userId="ba5cb3d4-e437-4fdd-96e9-c87ac9c47693" providerId="ADAL" clId="{03442877-173F-4BFF-97F2-8FF597B5B61D}" dt="2024-04-19T22:20:25.646" v="27" actId="26606"/>
          <ac:grpSpMkLst>
            <pc:docMk/>
            <pc:sldMk cId="1795590471" sldId="257"/>
            <ac:grpSpMk id="30" creationId="{71092D16-14DA-4606-831F-0DB3EEECB91C}"/>
          </ac:grpSpMkLst>
        </pc:grpChg>
      </pc:sldChg>
      <pc:sldChg chg="addSp modSp mod setBg">
        <pc:chgData name="Frank Jamison" userId="ba5cb3d4-e437-4fdd-96e9-c87ac9c47693" providerId="ADAL" clId="{03442877-173F-4BFF-97F2-8FF597B5B61D}" dt="2024-04-19T22:20:39.455" v="29" actId="26606"/>
        <pc:sldMkLst>
          <pc:docMk/>
          <pc:sldMk cId="2709206759" sldId="258"/>
        </pc:sldMkLst>
        <pc:spChg chg="mod">
          <ac:chgData name="Frank Jamison" userId="ba5cb3d4-e437-4fdd-96e9-c87ac9c47693" providerId="ADAL" clId="{03442877-173F-4BFF-97F2-8FF597B5B61D}" dt="2024-04-19T22:20:39.455" v="29" actId="26606"/>
          <ac:spMkLst>
            <pc:docMk/>
            <pc:sldMk cId="2709206759" sldId="258"/>
            <ac:spMk id="2" creationId="{2A2A2EAD-D31B-0097-C639-DFF46416DB09}"/>
          </ac:spMkLst>
        </pc:spChg>
        <pc:spChg chg="mod">
          <ac:chgData name="Frank Jamison" userId="ba5cb3d4-e437-4fdd-96e9-c87ac9c47693" providerId="ADAL" clId="{03442877-173F-4BFF-97F2-8FF597B5B61D}" dt="2024-04-19T22:20:39.455" v="29" actId="26606"/>
          <ac:spMkLst>
            <pc:docMk/>
            <pc:sldMk cId="2709206759" sldId="258"/>
            <ac:spMk id="3" creationId="{C324A756-271F-59AD-0703-175238D513ED}"/>
          </ac:spMkLst>
        </pc:spChg>
        <pc:spChg chg="add">
          <ac:chgData name="Frank Jamison" userId="ba5cb3d4-e437-4fdd-96e9-c87ac9c47693" providerId="ADAL" clId="{03442877-173F-4BFF-97F2-8FF597B5B61D}" dt="2024-04-19T22:20:39.455" v="29" actId="26606"/>
          <ac:spMkLst>
            <pc:docMk/>
            <pc:sldMk cId="2709206759" sldId="258"/>
            <ac:spMk id="17" creationId="{E58348C3-6249-4952-AA86-C63DB35EA9F2}"/>
          </ac:spMkLst>
        </pc:spChg>
        <pc:grpChg chg="add">
          <ac:chgData name="Frank Jamison" userId="ba5cb3d4-e437-4fdd-96e9-c87ac9c47693" providerId="ADAL" clId="{03442877-173F-4BFF-97F2-8FF597B5B61D}" dt="2024-04-19T22:20:39.455" v="29" actId="26606"/>
          <ac:grpSpMkLst>
            <pc:docMk/>
            <pc:sldMk cId="2709206759" sldId="258"/>
            <ac:grpSpMk id="9" creationId="{08F94D66-27EC-4CB8-8226-D7F41C161863}"/>
          </ac:grpSpMkLst>
        </pc:grpChg>
        <pc:grpChg chg="add">
          <ac:chgData name="Frank Jamison" userId="ba5cb3d4-e437-4fdd-96e9-c87ac9c47693" providerId="ADAL" clId="{03442877-173F-4BFF-97F2-8FF597B5B61D}" dt="2024-04-19T22:20:39.455" v="29" actId="26606"/>
          <ac:grpSpMkLst>
            <pc:docMk/>
            <pc:sldMk cId="2709206759" sldId="258"/>
            <ac:grpSpMk id="19" creationId="{DE6174AD-DBB0-43E6-98C2-738DB3A15244}"/>
          </ac:grpSpMkLst>
        </pc:grpChg>
        <pc:picChg chg="add">
          <ac:chgData name="Frank Jamison" userId="ba5cb3d4-e437-4fdd-96e9-c87ac9c47693" providerId="ADAL" clId="{03442877-173F-4BFF-97F2-8FF597B5B61D}" dt="2024-04-19T22:20:39.455" v="29" actId="26606"/>
          <ac:picMkLst>
            <pc:docMk/>
            <pc:sldMk cId="2709206759" sldId="258"/>
            <ac:picMk id="5" creationId="{C55A6545-DEFF-61E2-E5E3-8DDCB2682B8A}"/>
          </ac:picMkLst>
        </pc:picChg>
      </pc:sldChg>
      <pc:sldChg chg="addSp delSp modSp mod setBg">
        <pc:chgData name="Frank Jamison" userId="ba5cb3d4-e437-4fdd-96e9-c87ac9c47693" providerId="ADAL" clId="{03442877-173F-4BFF-97F2-8FF597B5B61D}" dt="2024-04-19T22:18:40.444" v="11" actId="14826"/>
        <pc:sldMkLst>
          <pc:docMk/>
          <pc:sldMk cId="2919253164" sldId="259"/>
        </pc:sldMkLst>
        <pc:spChg chg="mod">
          <ac:chgData name="Frank Jamison" userId="ba5cb3d4-e437-4fdd-96e9-c87ac9c47693" providerId="ADAL" clId="{03442877-173F-4BFF-97F2-8FF597B5B61D}" dt="2024-04-19T22:14:20.045" v="9" actId="26606"/>
          <ac:spMkLst>
            <pc:docMk/>
            <pc:sldMk cId="2919253164" sldId="259"/>
            <ac:spMk id="2" creationId="{3FE379E0-4E35-BBB0-FF16-735B8895EE33}"/>
          </ac:spMkLst>
        </pc:spChg>
        <pc:spChg chg="mod">
          <ac:chgData name="Frank Jamison" userId="ba5cb3d4-e437-4fdd-96e9-c87ac9c47693" providerId="ADAL" clId="{03442877-173F-4BFF-97F2-8FF597B5B61D}" dt="2024-04-19T22:14:20.045" v="9" actId="26606"/>
          <ac:spMkLst>
            <pc:docMk/>
            <pc:sldMk cId="2919253164" sldId="259"/>
            <ac:spMk id="3" creationId="{888CB68C-AD55-4B09-548E-DB5326CF2A1D}"/>
          </ac:spMkLst>
        </pc:spChg>
        <pc:spChg chg="add">
          <ac:chgData name="Frank Jamison" userId="ba5cb3d4-e437-4fdd-96e9-c87ac9c47693" providerId="ADAL" clId="{03442877-173F-4BFF-97F2-8FF597B5B61D}" dt="2024-04-19T22:14:20.045" v="9" actId="26606"/>
          <ac:spMkLst>
            <pc:docMk/>
            <pc:sldMk cId="2919253164" sldId="259"/>
            <ac:spMk id="9" creationId="{6AD30037-67ED-4367-9BE0-45787510BF13}"/>
          </ac:spMkLst>
        </pc:spChg>
        <pc:spChg chg="add del">
          <ac:chgData name="Frank Jamison" userId="ba5cb3d4-e437-4fdd-96e9-c87ac9c47693" providerId="ADAL" clId="{03442877-173F-4BFF-97F2-8FF597B5B61D}" dt="2024-04-19T22:13:37.546" v="6" actId="26606"/>
          <ac:spMkLst>
            <pc:docMk/>
            <pc:sldMk cId="2919253164" sldId="259"/>
            <ac:spMk id="19" creationId="{6AD30037-67ED-4367-9BE0-45787510BF13}"/>
          </ac:spMkLst>
        </pc:spChg>
        <pc:grpChg chg="add">
          <ac:chgData name="Frank Jamison" userId="ba5cb3d4-e437-4fdd-96e9-c87ac9c47693" providerId="ADAL" clId="{03442877-173F-4BFF-97F2-8FF597B5B61D}" dt="2024-04-19T22:14:20.045" v="9" actId="26606"/>
          <ac:grpSpMkLst>
            <pc:docMk/>
            <pc:sldMk cId="2919253164" sldId="259"/>
            <ac:grpSpMk id="8" creationId="{260ACC13-B825-49F3-93DE-C8B8F2FA37A1}"/>
          </ac:grpSpMkLst>
        </pc:grpChg>
        <pc:grpChg chg="add">
          <ac:chgData name="Frank Jamison" userId="ba5cb3d4-e437-4fdd-96e9-c87ac9c47693" providerId="ADAL" clId="{03442877-173F-4BFF-97F2-8FF597B5B61D}" dt="2024-04-19T22:14:20.045" v="9" actId="26606"/>
          <ac:grpSpMkLst>
            <pc:docMk/>
            <pc:sldMk cId="2919253164" sldId="259"/>
            <ac:grpSpMk id="10" creationId="{50841A4E-5BC1-44B4-83CF-D524E8AEAD64}"/>
          </ac:grpSpMkLst>
        </pc:grpChg>
        <pc:grpChg chg="add del">
          <ac:chgData name="Frank Jamison" userId="ba5cb3d4-e437-4fdd-96e9-c87ac9c47693" providerId="ADAL" clId="{03442877-173F-4BFF-97F2-8FF597B5B61D}" dt="2024-04-19T22:13:37.546" v="6" actId="26606"/>
          <ac:grpSpMkLst>
            <pc:docMk/>
            <pc:sldMk cId="2919253164" sldId="259"/>
            <ac:grpSpMk id="11" creationId="{260ACC13-B825-49F3-93DE-C8B8F2FA37A1}"/>
          </ac:grpSpMkLst>
        </pc:grpChg>
        <pc:grpChg chg="add del">
          <ac:chgData name="Frank Jamison" userId="ba5cb3d4-e437-4fdd-96e9-c87ac9c47693" providerId="ADAL" clId="{03442877-173F-4BFF-97F2-8FF597B5B61D}" dt="2024-04-19T22:13:37.546" v="6" actId="26606"/>
          <ac:grpSpMkLst>
            <pc:docMk/>
            <pc:sldMk cId="2919253164" sldId="259"/>
            <ac:grpSpMk id="21" creationId="{50841A4E-5BC1-44B4-83CF-D524E8AEAD64}"/>
          </ac:grpSpMkLst>
        </pc:grpChg>
        <pc:picChg chg="mod ord">
          <ac:chgData name="Frank Jamison" userId="ba5cb3d4-e437-4fdd-96e9-c87ac9c47693" providerId="ADAL" clId="{03442877-173F-4BFF-97F2-8FF597B5B61D}" dt="2024-04-19T22:18:40.444" v="11" actId="14826"/>
          <ac:picMkLst>
            <pc:docMk/>
            <pc:sldMk cId="2919253164" sldId="259"/>
            <ac:picMk id="6" creationId="{3341FB25-E044-51F4-BA8C-01535239E7B6}"/>
          </ac:picMkLst>
        </pc:picChg>
      </pc:sldChg>
      <pc:sldChg chg="addSp modSp mod setBg">
        <pc:chgData name="Frank Jamison" userId="ba5cb3d4-e437-4fdd-96e9-c87ac9c47693" providerId="ADAL" clId="{03442877-173F-4BFF-97F2-8FF597B5B61D}" dt="2024-04-19T22:14:02.689" v="7" actId="26606"/>
        <pc:sldMkLst>
          <pc:docMk/>
          <pc:sldMk cId="132877530" sldId="260"/>
        </pc:sldMkLst>
        <pc:spChg chg="mod">
          <ac:chgData name="Frank Jamison" userId="ba5cb3d4-e437-4fdd-96e9-c87ac9c47693" providerId="ADAL" clId="{03442877-173F-4BFF-97F2-8FF597B5B61D}" dt="2024-04-19T22:14:02.689" v="7" actId="26606"/>
          <ac:spMkLst>
            <pc:docMk/>
            <pc:sldMk cId="132877530" sldId="260"/>
            <ac:spMk id="2" creationId="{CBE56D69-C174-F924-DC7E-7CD21A220325}"/>
          </ac:spMkLst>
        </pc:spChg>
        <pc:spChg chg="mod">
          <ac:chgData name="Frank Jamison" userId="ba5cb3d4-e437-4fdd-96e9-c87ac9c47693" providerId="ADAL" clId="{03442877-173F-4BFF-97F2-8FF597B5B61D}" dt="2024-04-19T22:14:02.689" v="7" actId="26606"/>
          <ac:spMkLst>
            <pc:docMk/>
            <pc:sldMk cId="132877530" sldId="260"/>
            <ac:spMk id="3" creationId="{575BA407-87CF-7CDB-E450-D08D9E906CBD}"/>
          </ac:spMkLst>
        </pc:spChg>
        <pc:spChg chg="add">
          <ac:chgData name="Frank Jamison" userId="ba5cb3d4-e437-4fdd-96e9-c87ac9c47693" providerId="ADAL" clId="{03442877-173F-4BFF-97F2-8FF597B5B61D}" dt="2024-04-19T22:14:02.689" v="7" actId="26606"/>
          <ac:spMkLst>
            <pc:docMk/>
            <pc:sldMk cId="132877530" sldId="260"/>
            <ac:spMk id="19" creationId="{6AD30037-67ED-4367-9BE0-45787510BF13}"/>
          </ac:spMkLst>
        </pc:spChg>
        <pc:grpChg chg="add">
          <ac:chgData name="Frank Jamison" userId="ba5cb3d4-e437-4fdd-96e9-c87ac9c47693" providerId="ADAL" clId="{03442877-173F-4BFF-97F2-8FF597B5B61D}" dt="2024-04-19T22:14:02.689" v="7" actId="26606"/>
          <ac:grpSpMkLst>
            <pc:docMk/>
            <pc:sldMk cId="132877530" sldId="260"/>
            <ac:grpSpMk id="11" creationId="{260ACC13-B825-49F3-93DE-C8B8F2FA37A1}"/>
          </ac:grpSpMkLst>
        </pc:grpChg>
        <pc:grpChg chg="add">
          <ac:chgData name="Frank Jamison" userId="ba5cb3d4-e437-4fdd-96e9-c87ac9c47693" providerId="ADAL" clId="{03442877-173F-4BFF-97F2-8FF597B5B61D}" dt="2024-04-19T22:14:02.689" v="7" actId="26606"/>
          <ac:grpSpMkLst>
            <pc:docMk/>
            <pc:sldMk cId="132877530" sldId="260"/>
            <ac:grpSpMk id="21" creationId="{50841A4E-5BC1-44B4-83CF-D524E8AEAD64}"/>
          </ac:grpSpMkLst>
        </pc:grpChg>
        <pc:picChg chg="mod ord">
          <ac:chgData name="Frank Jamison" userId="ba5cb3d4-e437-4fdd-96e9-c87ac9c47693" providerId="ADAL" clId="{03442877-173F-4BFF-97F2-8FF597B5B61D}" dt="2024-04-19T22:14:02.689" v="7" actId="26606"/>
          <ac:picMkLst>
            <pc:docMk/>
            <pc:sldMk cId="132877530" sldId="260"/>
            <ac:picMk id="6" creationId="{C2D0E08C-903A-A1A2-5C32-7C679756F54C}"/>
          </ac:picMkLst>
        </pc:picChg>
      </pc:sldChg>
      <pc:sldChg chg="addSp modSp mod setBg">
        <pc:chgData name="Frank Jamison" userId="ba5cb3d4-e437-4fdd-96e9-c87ac9c47693" providerId="ADAL" clId="{03442877-173F-4BFF-97F2-8FF597B5B61D}" dt="2024-04-19T22:14:07.616" v="8" actId="26606"/>
        <pc:sldMkLst>
          <pc:docMk/>
          <pc:sldMk cId="3661488788" sldId="261"/>
        </pc:sldMkLst>
        <pc:spChg chg="mod">
          <ac:chgData name="Frank Jamison" userId="ba5cb3d4-e437-4fdd-96e9-c87ac9c47693" providerId="ADAL" clId="{03442877-173F-4BFF-97F2-8FF597B5B61D}" dt="2024-04-19T22:14:07.616" v="8" actId="26606"/>
          <ac:spMkLst>
            <pc:docMk/>
            <pc:sldMk cId="3661488788" sldId="261"/>
            <ac:spMk id="2" creationId="{19E67BC1-4B45-E21D-C81B-0E5C98E5EFD3}"/>
          </ac:spMkLst>
        </pc:spChg>
        <pc:spChg chg="mod">
          <ac:chgData name="Frank Jamison" userId="ba5cb3d4-e437-4fdd-96e9-c87ac9c47693" providerId="ADAL" clId="{03442877-173F-4BFF-97F2-8FF597B5B61D}" dt="2024-04-19T22:14:07.616" v="8" actId="26606"/>
          <ac:spMkLst>
            <pc:docMk/>
            <pc:sldMk cId="3661488788" sldId="261"/>
            <ac:spMk id="3" creationId="{B1803280-5AC4-65CD-0F1D-526C958EA731}"/>
          </ac:spMkLst>
        </pc:spChg>
        <pc:spChg chg="add">
          <ac:chgData name="Frank Jamison" userId="ba5cb3d4-e437-4fdd-96e9-c87ac9c47693" providerId="ADAL" clId="{03442877-173F-4BFF-97F2-8FF597B5B61D}" dt="2024-04-19T22:14:07.616" v="8" actId="26606"/>
          <ac:spMkLst>
            <pc:docMk/>
            <pc:sldMk cId="3661488788" sldId="261"/>
            <ac:spMk id="19" creationId="{6AD30037-67ED-4367-9BE0-45787510BF13}"/>
          </ac:spMkLst>
        </pc:spChg>
        <pc:grpChg chg="add">
          <ac:chgData name="Frank Jamison" userId="ba5cb3d4-e437-4fdd-96e9-c87ac9c47693" providerId="ADAL" clId="{03442877-173F-4BFF-97F2-8FF597B5B61D}" dt="2024-04-19T22:14:07.616" v="8" actId="26606"/>
          <ac:grpSpMkLst>
            <pc:docMk/>
            <pc:sldMk cId="3661488788" sldId="261"/>
            <ac:grpSpMk id="11" creationId="{260ACC13-B825-49F3-93DE-C8B8F2FA37A1}"/>
          </ac:grpSpMkLst>
        </pc:grpChg>
        <pc:grpChg chg="add">
          <ac:chgData name="Frank Jamison" userId="ba5cb3d4-e437-4fdd-96e9-c87ac9c47693" providerId="ADAL" clId="{03442877-173F-4BFF-97F2-8FF597B5B61D}" dt="2024-04-19T22:14:07.616" v="8" actId="26606"/>
          <ac:grpSpMkLst>
            <pc:docMk/>
            <pc:sldMk cId="3661488788" sldId="261"/>
            <ac:grpSpMk id="21" creationId="{50841A4E-5BC1-44B4-83CF-D524E8AEAD64}"/>
          </ac:grpSpMkLst>
        </pc:grpChg>
        <pc:picChg chg="mod ord">
          <ac:chgData name="Frank Jamison" userId="ba5cb3d4-e437-4fdd-96e9-c87ac9c47693" providerId="ADAL" clId="{03442877-173F-4BFF-97F2-8FF597B5B61D}" dt="2024-04-19T22:14:07.616" v="8" actId="26606"/>
          <ac:picMkLst>
            <pc:docMk/>
            <pc:sldMk cId="3661488788" sldId="261"/>
            <ac:picMk id="6" creationId="{83F2EFB7-1C86-128C-0F67-ED09549E0C1D}"/>
          </ac:picMkLst>
        </pc:picChg>
      </pc:sldChg>
      <pc:sldChg chg="addSp delSp modSp mod setBg setClrOvrMap">
        <pc:chgData name="Frank Jamison" userId="ba5cb3d4-e437-4fdd-96e9-c87ac9c47693" providerId="ADAL" clId="{03442877-173F-4BFF-97F2-8FF597B5B61D}" dt="2024-04-19T22:21:53.721" v="37" actId="26606"/>
        <pc:sldMkLst>
          <pc:docMk/>
          <pc:sldMk cId="3871742978" sldId="262"/>
        </pc:sldMkLst>
        <pc:spChg chg="mod">
          <ac:chgData name="Frank Jamison" userId="ba5cb3d4-e437-4fdd-96e9-c87ac9c47693" providerId="ADAL" clId="{03442877-173F-4BFF-97F2-8FF597B5B61D}" dt="2024-04-19T22:21:53.721" v="37" actId="26606"/>
          <ac:spMkLst>
            <pc:docMk/>
            <pc:sldMk cId="3871742978" sldId="262"/>
            <ac:spMk id="2" creationId="{33C37EF9-E1A5-CC13-DD85-FF47739C13EF}"/>
          </ac:spMkLst>
        </pc:spChg>
        <pc:spChg chg="mod">
          <ac:chgData name="Frank Jamison" userId="ba5cb3d4-e437-4fdd-96e9-c87ac9c47693" providerId="ADAL" clId="{03442877-173F-4BFF-97F2-8FF597B5B61D}" dt="2024-04-19T22:21:53.721" v="37" actId="26606"/>
          <ac:spMkLst>
            <pc:docMk/>
            <pc:sldMk cId="3871742978" sldId="262"/>
            <ac:spMk id="3" creationId="{41B74CE2-9906-49FB-BED4-0B1CAAC8B234}"/>
          </ac:spMkLst>
        </pc:spChg>
        <pc:spChg chg="add">
          <ac:chgData name="Frank Jamison" userId="ba5cb3d4-e437-4fdd-96e9-c87ac9c47693" providerId="ADAL" clId="{03442877-173F-4BFF-97F2-8FF597B5B61D}" dt="2024-04-19T22:21:53.721" v="37" actId="26606"/>
          <ac:spMkLst>
            <pc:docMk/>
            <pc:sldMk cId="3871742978" sldId="262"/>
            <ac:spMk id="5" creationId="{C8643778-7F6C-4E8D-84D1-D5CDB9928191}"/>
          </ac:spMkLst>
        </pc:spChg>
        <pc:spChg chg="add">
          <ac:chgData name="Frank Jamison" userId="ba5cb3d4-e437-4fdd-96e9-c87ac9c47693" providerId="ADAL" clId="{03442877-173F-4BFF-97F2-8FF597B5B61D}" dt="2024-04-19T22:21:53.721" v="37" actId="26606"/>
          <ac:spMkLst>
            <pc:docMk/>
            <pc:sldMk cId="3871742978" sldId="262"/>
            <ac:spMk id="6" creationId="{1D22F88D-6907-48AF-B024-346E855E0D96}"/>
          </ac:spMkLst>
        </pc:spChg>
        <pc:spChg chg="add del">
          <ac:chgData name="Frank Jamison" userId="ba5cb3d4-e437-4fdd-96e9-c87ac9c47693" providerId="ADAL" clId="{03442877-173F-4BFF-97F2-8FF597B5B61D}" dt="2024-04-19T22:21:03.635" v="31" actId="26606"/>
          <ac:spMkLst>
            <pc:docMk/>
            <pc:sldMk cId="3871742978" sldId="262"/>
            <ac:spMk id="8" creationId="{C8643778-7F6C-4E8D-84D1-D5CDB9928191}"/>
          </ac:spMkLst>
        </pc:spChg>
        <pc:spChg chg="add del">
          <ac:chgData name="Frank Jamison" userId="ba5cb3d4-e437-4fdd-96e9-c87ac9c47693" providerId="ADAL" clId="{03442877-173F-4BFF-97F2-8FF597B5B61D}" dt="2024-04-19T22:21:03.635" v="31" actId="26606"/>
          <ac:spMkLst>
            <pc:docMk/>
            <pc:sldMk cId="3871742978" sldId="262"/>
            <ac:spMk id="10" creationId="{1D22F88D-6907-48AF-B024-346E855E0D96}"/>
          </ac:spMkLst>
        </pc:spChg>
        <pc:spChg chg="add del">
          <ac:chgData name="Frank Jamison" userId="ba5cb3d4-e437-4fdd-96e9-c87ac9c47693" providerId="ADAL" clId="{03442877-173F-4BFF-97F2-8FF597B5B61D}" dt="2024-04-19T22:21:15.156" v="34" actId="26606"/>
          <ac:spMkLst>
            <pc:docMk/>
            <pc:sldMk cId="3871742978" sldId="262"/>
            <ac:spMk id="20" creationId="{99CAC3B1-4879-424D-8F15-206277196159}"/>
          </ac:spMkLst>
        </pc:spChg>
        <pc:spChg chg="add del">
          <ac:chgData name="Frank Jamison" userId="ba5cb3d4-e437-4fdd-96e9-c87ac9c47693" providerId="ADAL" clId="{03442877-173F-4BFF-97F2-8FF597B5B61D}" dt="2024-04-19T22:21:24.564" v="36" actId="26606"/>
          <ac:spMkLst>
            <pc:docMk/>
            <pc:sldMk cId="3871742978" sldId="262"/>
            <ac:spMk id="28" creationId="{C8643778-7F6C-4E8D-84D1-D5CDB9928191}"/>
          </ac:spMkLst>
        </pc:spChg>
        <pc:spChg chg="add del">
          <ac:chgData name="Frank Jamison" userId="ba5cb3d4-e437-4fdd-96e9-c87ac9c47693" providerId="ADAL" clId="{03442877-173F-4BFF-97F2-8FF597B5B61D}" dt="2024-04-19T22:21:24.564" v="36" actId="26606"/>
          <ac:spMkLst>
            <pc:docMk/>
            <pc:sldMk cId="3871742978" sldId="262"/>
            <ac:spMk id="29" creationId="{1D22F88D-6907-48AF-B024-346E855E0D96}"/>
          </ac:spMkLst>
        </pc:spChg>
        <pc:grpChg chg="add">
          <ac:chgData name="Frank Jamison" userId="ba5cb3d4-e437-4fdd-96e9-c87ac9c47693" providerId="ADAL" clId="{03442877-173F-4BFF-97F2-8FF597B5B61D}" dt="2024-04-19T22:21:53.721" v="37" actId="26606"/>
          <ac:grpSpMkLst>
            <pc:docMk/>
            <pc:sldMk cId="3871742978" sldId="262"/>
            <ac:grpSpMk id="7" creationId="{F3842748-48B5-4DD0-A06A-A31C74024A99}"/>
          </ac:grpSpMkLst>
        </pc:grpChg>
        <pc:grpChg chg="add del">
          <ac:chgData name="Frank Jamison" userId="ba5cb3d4-e437-4fdd-96e9-c87ac9c47693" providerId="ADAL" clId="{03442877-173F-4BFF-97F2-8FF597B5B61D}" dt="2024-04-19T22:21:03.635" v="31" actId="26606"/>
          <ac:grpSpMkLst>
            <pc:docMk/>
            <pc:sldMk cId="3871742978" sldId="262"/>
            <ac:grpSpMk id="12" creationId="{F3842748-48B5-4DD0-A06A-A31C74024A99}"/>
          </ac:grpSpMkLst>
        </pc:grpChg>
        <pc:grpChg chg="add del">
          <ac:chgData name="Frank Jamison" userId="ba5cb3d4-e437-4fdd-96e9-c87ac9c47693" providerId="ADAL" clId="{03442877-173F-4BFF-97F2-8FF597B5B61D}" dt="2024-04-19T22:21:15.156" v="34" actId="26606"/>
          <ac:grpSpMkLst>
            <pc:docMk/>
            <pc:sldMk cId="3871742978" sldId="262"/>
            <ac:grpSpMk id="21" creationId="{4B8492CB-DFBA-4A82-9778-F21493DA36C1}"/>
          </ac:grpSpMkLst>
        </pc:grpChg>
        <pc:grpChg chg="add del">
          <ac:chgData name="Frank Jamison" userId="ba5cb3d4-e437-4fdd-96e9-c87ac9c47693" providerId="ADAL" clId="{03442877-173F-4BFF-97F2-8FF597B5B61D}" dt="2024-04-19T22:21:24.564" v="36" actId="26606"/>
          <ac:grpSpMkLst>
            <pc:docMk/>
            <pc:sldMk cId="3871742978" sldId="262"/>
            <ac:grpSpMk id="30" creationId="{F3842748-48B5-4DD0-A06A-A31C74024A99}"/>
          </ac:grpSpMkLst>
        </pc:grpChg>
      </pc:sldChg>
      <pc:sldChg chg="addSp delSp modSp mod setBg setClrOvrMap">
        <pc:chgData name="Frank Jamison" userId="ba5cb3d4-e437-4fdd-96e9-c87ac9c47693" providerId="ADAL" clId="{03442877-173F-4BFF-97F2-8FF597B5B61D}" dt="2024-04-19T22:22:59.488" v="45" actId="255"/>
        <pc:sldMkLst>
          <pc:docMk/>
          <pc:sldMk cId="3971662551" sldId="263"/>
        </pc:sldMkLst>
        <pc:spChg chg="mod">
          <ac:chgData name="Frank Jamison" userId="ba5cb3d4-e437-4fdd-96e9-c87ac9c47693" providerId="ADAL" clId="{03442877-173F-4BFF-97F2-8FF597B5B61D}" dt="2024-04-19T22:22:38.190" v="42" actId="26606"/>
          <ac:spMkLst>
            <pc:docMk/>
            <pc:sldMk cId="3971662551" sldId="263"/>
            <ac:spMk id="2" creationId="{540A1E9B-B556-6A85-63D5-8856E303222C}"/>
          </ac:spMkLst>
        </pc:spChg>
        <pc:spChg chg="mod">
          <ac:chgData name="Frank Jamison" userId="ba5cb3d4-e437-4fdd-96e9-c87ac9c47693" providerId="ADAL" clId="{03442877-173F-4BFF-97F2-8FF597B5B61D}" dt="2024-04-19T22:22:59.488" v="45" actId="255"/>
          <ac:spMkLst>
            <pc:docMk/>
            <pc:sldMk cId="3971662551" sldId="263"/>
            <ac:spMk id="3" creationId="{A7BBAF36-B7B1-8132-CA78-62B83852B325}"/>
          </ac:spMkLst>
        </pc:spChg>
        <pc:spChg chg="add del">
          <ac:chgData name="Frank Jamison" userId="ba5cb3d4-e437-4fdd-96e9-c87ac9c47693" providerId="ADAL" clId="{03442877-173F-4BFF-97F2-8FF597B5B61D}" dt="2024-04-19T22:22:33.961" v="39" actId="26606"/>
          <ac:spMkLst>
            <pc:docMk/>
            <pc:sldMk cId="3971662551" sldId="263"/>
            <ac:spMk id="8" creationId="{E03BF673-8C68-4092-BF1B-53C57EFEC21F}"/>
          </ac:spMkLst>
        </pc:spChg>
        <pc:spChg chg="add del">
          <ac:chgData name="Frank Jamison" userId="ba5cb3d4-e437-4fdd-96e9-c87ac9c47693" providerId="ADAL" clId="{03442877-173F-4BFF-97F2-8FF597B5B61D}" dt="2024-04-19T22:22:38.184" v="41" actId="26606"/>
          <ac:spMkLst>
            <pc:docMk/>
            <pc:sldMk cId="3971662551" sldId="263"/>
            <ac:spMk id="9" creationId="{6AD30037-67ED-4367-9BE0-45787510BF13}"/>
          </ac:spMkLst>
        </pc:spChg>
        <pc:spChg chg="add del">
          <ac:chgData name="Frank Jamison" userId="ba5cb3d4-e437-4fdd-96e9-c87ac9c47693" providerId="ADAL" clId="{03442877-173F-4BFF-97F2-8FF597B5B61D}" dt="2024-04-19T22:22:33.961" v="39" actId="26606"/>
          <ac:spMkLst>
            <pc:docMk/>
            <pc:sldMk cId="3971662551" sldId="263"/>
            <ac:spMk id="10" creationId="{B1BDB70B-F0E6-4867-818F-C582494FB6D6}"/>
          </ac:spMkLst>
        </pc:spChg>
        <pc:spChg chg="add">
          <ac:chgData name="Frank Jamison" userId="ba5cb3d4-e437-4fdd-96e9-c87ac9c47693" providerId="ADAL" clId="{03442877-173F-4BFF-97F2-8FF597B5B61D}" dt="2024-04-19T22:22:38.190" v="42" actId="26606"/>
          <ac:spMkLst>
            <pc:docMk/>
            <pc:sldMk cId="3971662551" sldId="263"/>
            <ac:spMk id="27" creationId="{2FCD9B94-D70B-4446-85E5-ACD3904289CB}"/>
          </ac:spMkLst>
        </pc:spChg>
        <pc:grpChg chg="add del">
          <ac:chgData name="Frank Jamison" userId="ba5cb3d4-e437-4fdd-96e9-c87ac9c47693" providerId="ADAL" clId="{03442877-173F-4BFF-97F2-8FF597B5B61D}" dt="2024-04-19T22:22:38.184" v="41" actId="26606"/>
          <ac:grpSpMkLst>
            <pc:docMk/>
            <pc:sldMk cId="3971662551" sldId="263"/>
            <ac:grpSpMk id="11" creationId="{50841A4E-5BC1-44B4-83CF-D524E8AEAD64}"/>
          </ac:grpSpMkLst>
        </pc:grpChg>
        <pc:grpChg chg="add del">
          <ac:chgData name="Frank Jamison" userId="ba5cb3d4-e437-4fdd-96e9-c87ac9c47693" providerId="ADAL" clId="{03442877-173F-4BFF-97F2-8FF597B5B61D}" dt="2024-04-19T22:22:33.961" v="39" actId="26606"/>
          <ac:grpSpMkLst>
            <pc:docMk/>
            <pc:sldMk cId="3971662551" sldId="263"/>
            <ac:grpSpMk id="12" creationId="{1E52C707-F508-47B5-8864-8CC3EE0F030B}"/>
          </ac:grpSpMkLst>
        </pc:grpChg>
        <pc:picChg chg="add del">
          <ac:chgData name="Frank Jamison" userId="ba5cb3d4-e437-4fdd-96e9-c87ac9c47693" providerId="ADAL" clId="{03442877-173F-4BFF-97F2-8FF597B5B61D}" dt="2024-04-19T22:22:38.184" v="41" actId="26606"/>
          <ac:picMkLst>
            <pc:docMk/>
            <pc:sldMk cId="3971662551" sldId="263"/>
            <ac:picMk id="5" creationId="{6BEA65F5-5964-3546-F1A6-080423A08141}"/>
          </ac:picMkLst>
        </pc:picChg>
        <pc:picChg chg="add">
          <ac:chgData name="Frank Jamison" userId="ba5cb3d4-e437-4fdd-96e9-c87ac9c47693" providerId="ADAL" clId="{03442877-173F-4BFF-97F2-8FF597B5B61D}" dt="2024-04-19T22:22:38.190" v="42" actId="26606"/>
          <ac:picMkLst>
            <pc:docMk/>
            <pc:sldMk cId="3971662551" sldId="263"/>
            <ac:picMk id="28" creationId="{270CF3C4-3A01-A36E-8447-F106D53E4204}"/>
          </ac:picMkLst>
        </pc:picChg>
        <pc:cxnChg chg="add">
          <ac:chgData name="Frank Jamison" userId="ba5cb3d4-e437-4fdd-96e9-c87ac9c47693" providerId="ADAL" clId="{03442877-173F-4BFF-97F2-8FF597B5B61D}" dt="2024-04-19T22:22:38.190" v="42" actId="26606"/>
          <ac:cxnSpMkLst>
            <pc:docMk/>
            <pc:sldMk cId="3971662551" sldId="263"/>
            <ac:cxnSpMk id="29" creationId="{3378FF8B-3743-48E1-88E3-F4CADB3DECE5}"/>
          </ac:cxnSpMkLst>
        </pc:cxnChg>
      </pc:sldChg>
      <pc:sldChg chg="modSp new mod ord">
        <pc:chgData name="Frank Jamison" userId="ba5cb3d4-e437-4fdd-96e9-c87ac9c47693" providerId="ADAL" clId="{03442877-173F-4BFF-97F2-8FF597B5B61D}" dt="2024-04-19T22:28:01.235" v="67" actId="14100"/>
        <pc:sldMkLst>
          <pc:docMk/>
          <pc:sldMk cId="7574599" sldId="264"/>
        </pc:sldMkLst>
        <pc:spChg chg="mod">
          <ac:chgData name="Frank Jamison" userId="ba5cb3d4-e437-4fdd-96e9-c87ac9c47693" providerId="ADAL" clId="{03442877-173F-4BFF-97F2-8FF597B5B61D}" dt="2024-04-19T22:28:01.235" v="67" actId="14100"/>
          <ac:spMkLst>
            <pc:docMk/>
            <pc:sldMk cId="7574599" sldId="264"/>
            <ac:spMk id="2" creationId="{ECBF062E-670B-7A0A-87CD-3D445CC6F4E1}"/>
          </ac:spMkLst>
        </pc:spChg>
        <pc:spChg chg="mod">
          <ac:chgData name="Frank Jamison" userId="ba5cb3d4-e437-4fdd-96e9-c87ac9c47693" providerId="ADAL" clId="{03442877-173F-4BFF-97F2-8FF597B5B61D}" dt="2024-04-19T22:27:51.253" v="66" actId="27636"/>
          <ac:spMkLst>
            <pc:docMk/>
            <pc:sldMk cId="7574599" sldId="264"/>
            <ac:spMk id="3" creationId="{125396F1-3367-A8F4-B045-07F0BCF0FC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2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9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8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0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0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3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3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2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8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79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6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19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29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41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68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E576A9-AD24-49B7-8286-0DE8F1D492FC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CF04B-CF9A-4028-B60B-ACD2A60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2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8ECDFBE-5B6D-1DB5-743A-7153AAE00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700"/>
              <a:t>Building Positive Relationships and Community/School Support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A410D-289C-D0D5-4352-2A6570405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300"/>
              <a:t>Frank Jamison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April 21, 2024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303070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71092D16-14DA-4606-831F-0DB3EEECB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81806E72-5EFD-4407-B492-2EBC71FF5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BA81CA3B-9A2E-4F71-BF99-2C58BA76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D00EF4F3-D70F-44D5-A71C-69C3FA0D2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2CC930FA-FD42-4EF1-A9AB-0F9C3023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F18F276C-D13F-46CF-9880-2050C2DBF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EAB50995-FA10-4035-B16D-7D3989B2B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918CE3-7E06-9BC3-E466-B018BC35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Strengthening Student Learning through Community Partnerships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4DE28-C507-544C-71D9-6F864ADBEAC0}"/>
              </a:ext>
            </a:extLst>
          </p:cNvPr>
          <p:cNvSpPr>
            <a:spLocks/>
          </p:cNvSpPr>
          <p:nvPr/>
        </p:nvSpPr>
        <p:spPr>
          <a:xfrm>
            <a:off x="1760705" y="2723875"/>
            <a:ext cx="4760012" cy="30380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98920" indent="-498920" defTabSz="443484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Overview of Effective Partnerships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Importance of integrating school with community resources to support student learning.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Examples: Federation, YMCA, After-School All-Stars (ASAS), and Citizen Schools partnerships.</a:t>
            </a:r>
          </a:p>
          <a:p>
            <a:pPr marL="498920" indent="-498920" defTabSz="443484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Strategies for Successful Partnerships (Harvard Family Research Project, 2010)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 vision for learning.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Multi-level, active relationships among partners.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Blended staffing models and regular reciprocal data sharing.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 connections with families and community resources.</a:t>
            </a:r>
            <a:endParaRPr lang="en-US" sz="13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ECB06-AA9A-E77F-7F07-B565552BA30A}"/>
              </a:ext>
            </a:extLst>
          </p:cNvPr>
          <p:cNvSpPr>
            <a:spLocks/>
          </p:cNvSpPr>
          <p:nvPr/>
        </p:nvSpPr>
        <p:spPr>
          <a:xfrm>
            <a:off x="6743011" y="2723876"/>
            <a:ext cx="4760013" cy="303801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98920" indent="-498920" defTabSz="443484">
              <a:lnSpc>
                <a:spcPct val="90000"/>
              </a:lnSpc>
              <a:spcAft>
                <a:spcPts val="600"/>
              </a:spcAft>
              <a:buFont typeface="+mj-lt"/>
              <a:buAutoNum type="arabicPeriod" startAt="3"/>
            </a:pPr>
            <a:r>
              <a:rPr lang="en-US"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Impact on Students (</a:t>
            </a:r>
            <a:r>
              <a:rPr lang="en-US" sz="11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Caspe</a:t>
            </a:r>
            <a:r>
              <a:rPr lang="en-US"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al., 2015; Harvard Family Research Project, 2010)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Improved academic achievements and emotional competencies.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Increased family engagement and student participation in community activities.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of specific programs like ASAS at August </a:t>
            </a:r>
            <a:r>
              <a:rPr lang="en-US" sz="11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Boeger</a:t>
            </a: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Middle School and Citizen Schools at </a:t>
            </a:r>
            <a:r>
              <a:rPr lang="en-US" sz="11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Bedichek</a:t>
            </a: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Middle School demonstrating successful integration and impact.</a:t>
            </a:r>
          </a:p>
          <a:p>
            <a:pPr marL="498920" indent="-498920" defTabSz="443484">
              <a:lnSpc>
                <a:spcPct val="90000"/>
              </a:lnSpc>
              <a:spcAft>
                <a:spcPts val="600"/>
              </a:spcAft>
              <a:buFont typeface="+mj-lt"/>
              <a:buAutoNum type="arabicPeriod" startAt="4"/>
            </a:pPr>
            <a:r>
              <a:rPr lang="en-US"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 and Solutions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Overcoming challenges like resource allocation, sustaining engagement, and aligning goals.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 for maintaining strong partnerships and consistent communication.</a:t>
            </a:r>
          </a:p>
          <a:p>
            <a:pPr marL="498920" indent="-498920" defTabSz="443484">
              <a:lnSpc>
                <a:spcPct val="90000"/>
              </a:lnSpc>
              <a:spcAft>
                <a:spcPts val="600"/>
              </a:spcAft>
              <a:buFont typeface="+mj-lt"/>
              <a:buAutoNum type="arabicPeriod" startAt="5"/>
            </a:pPr>
            <a:r>
              <a:rPr lang="en-US"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 Directions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Encouraging broader community involvement.</a:t>
            </a:r>
          </a:p>
          <a:p>
            <a:pPr marL="443484" lvl="1" defTabSz="443484">
              <a:lnSpc>
                <a:spcPct val="90000"/>
              </a:lnSpc>
              <a:spcAft>
                <a:spcPts val="600"/>
              </a:spcAft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Scaling successful models across different regions and demographics.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9559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A2A2EAD-D31B-0097-C639-DFF46416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299" y="1380068"/>
            <a:ext cx="6054723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Community Partnerships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4A756-271F-59AD-0703-175238D5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6254" y="3996267"/>
            <a:ext cx="5166768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/>
              <a:t>Hemet Unified School District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A6545-DEFF-61E2-E5E3-8DDCB2682B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63" r="1083"/>
          <a:stretch/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0920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41FB25-E044-51F4-BA8C-01535239E7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7" r="26407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E379E0-4E35-BBB0-FF16-735B8895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Interactive eBooks (Follett Lightbox Titles)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B68C-AD55-4B09-548E-DB5326CF2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8" y="2666999"/>
            <a:ext cx="5260680" cy="3124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1700" b="1"/>
              <a:t>Service:</a:t>
            </a:r>
            <a:r>
              <a:rPr lang="en-US" sz="1700"/>
              <a:t> Students have access to over 1000 interactive Pre-K-12 Follett Lightbox eBooks across science, social studies, language arts, math, and more in 10 different languages with full audio support.</a:t>
            </a:r>
          </a:p>
          <a:p>
            <a:pPr marL="0" indent="0">
              <a:lnSpc>
                <a:spcPct val="90000"/>
              </a:lnSpc>
            </a:pPr>
            <a:r>
              <a:rPr lang="en-US" sz="1700" b="1"/>
              <a:t>Agency:</a:t>
            </a:r>
            <a:r>
              <a:rPr lang="en-US" sz="1700"/>
              <a:t> Follett Software</a:t>
            </a:r>
          </a:p>
          <a:p>
            <a:pPr marL="0" indent="0">
              <a:lnSpc>
                <a:spcPct val="90000"/>
              </a:lnSpc>
            </a:pPr>
            <a:r>
              <a:rPr lang="en-US" sz="1700" b="1"/>
              <a:t>Location:</a:t>
            </a:r>
            <a:r>
              <a:rPr lang="en-US" sz="1700"/>
              <a:t> Online</a:t>
            </a:r>
          </a:p>
          <a:p>
            <a:pPr marL="0" indent="0">
              <a:lnSpc>
                <a:spcPct val="90000"/>
              </a:lnSpc>
            </a:pPr>
            <a:r>
              <a:rPr lang="en-US" sz="1700" b="1"/>
              <a:t>Criteria:</a:t>
            </a:r>
            <a:r>
              <a:rPr lang="en-US" sz="1700"/>
              <a:t> Must be students enrolled in the Hemet Unified School District</a:t>
            </a:r>
          </a:p>
          <a:p>
            <a:pPr marL="0" indent="0">
              <a:lnSpc>
                <a:spcPct val="90000"/>
              </a:lnSpc>
            </a:pPr>
            <a:r>
              <a:rPr lang="en-US" sz="1700" b="1"/>
              <a:t>Cost to Families: </a:t>
            </a:r>
            <a:r>
              <a:rPr lang="en-US" sz="1700"/>
              <a:t>Free</a:t>
            </a:r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91925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uilding with a lawn and trees&#10;&#10;Description automatically generated">
            <a:extLst>
              <a:ext uri="{FF2B5EF4-FFF2-40B4-BE49-F238E27FC236}">
                <a16:creationId xmlns:a16="http://schemas.microsoft.com/office/drawing/2014/main" id="{C2D0E08C-903A-A1A2-5C32-7C679756F5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5" r="1681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E56D69-C174-F924-DC7E-7CD21A22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Live Online Tutoring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A407-87CF-7CDB-E450-D08D9E906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8" y="2666999"/>
            <a:ext cx="5260680" cy="31242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Service:</a:t>
            </a:r>
            <a:r>
              <a:rPr lang="en-US" sz="2000"/>
              <a:t> Homework help available online 7 days a week from 10:00 am until 10:00 pm.</a:t>
            </a:r>
          </a:p>
          <a:p>
            <a:r>
              <a:rPr lang="en-US" sz="2000" b="1"/>
              <a:t>Agency:</a:t>
            </a:r>
            <a:r>
              <a:rPr lang="en-US" sz="2000"/>
              <a:t> Hemet Public Library</a:t>
            </a:r>
          </a:p>
          <a:p>
            <a:r>
              <a:rPr lang="en-US" sz="2000" b="1"/>
              <a:t>Location:</a:t>
            </a:r>
            <a:r>
              <a:rPr lang="en-US" sz="2000"/>
              <a:t> Online</a:t>
            </a:r>
          </a:p>
          <a:p>
            <a:r>
              <a:rPr lang="en-US" sz="2000" b="1"/>
              <a:t>Criteria:</a:t>
            </a:r>
            <a:r>
              <a:rPr lang="en-US" sz="2000"/>
              <a:t> Must have a Hemet Public Library Card</a:t>
            </a:r>
          </a:p>
          <a:p>
            <a:r>
              <a:rPr lang="en-US" sz="2000" b="1"/>
              <a:t>Cost to Families: </a:t>
            </a:r>
            <a:r>
              <a:rPr lang="en-US" sz="2000"/>
              <a:t>Free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287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uilding with a large glass wall&#10;&#10;Description automatically generated with medium confidence">
            <a:extLst>
              <a:ext uri="{FF2B5EF4-FFF2-40B4-BE49-F238E27FC236}">
                <a16:creationId xmlns:a16="http://schemas.microsoft.com/office/drawing/2014/main" id="{83F2EFB7-1C86-128C-0F67-ED09549E0C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1" r="2949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E67BC1-4B45-E21D-C81B-0E5C98E5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High School/College Dual Enrollment Program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3280-5AC4-65CD-0F1D-526C958EA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8" y="2666999"/>
            <a:ext cx="5260680" cy="3124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b="1"/>
              <a:t>Service:</a:t>
            </a:r>
            <a:r>
              <a:rPr lang="en-US" sz="1900"/>
              <a:t> Earn college credits while attending high school.</a:t>
            </a:r>
          </a:p>
          <a:p>
            <a:pPr>
              <a:lnSpc>
                <a:spcPct val="90000"/>
              </a:lnSpc>
            </a:pPr>
            <a:r>
              <a:rPr lang="en-US" sz="1900" b="1"/>
              <a:t>Agency:</a:t>
            </a:r>
            <a:r>
              <a:rPr lang="en-US" sz="1900"/>
              <a:t> Mt. San Jacinto College</a:t>
            </a:r>
          </a:p>
          <a:p>
            <a:pPr>
              <a:lnSpc>
                <a:spcPct val="90000"/>
              </a:lnSpc>
            </a:pPr>
            <a:r>
              <a:rPr lang="en-US" sz="1900" b="1"/>
              <a:t>Location:</a:t>
            </a:r>
            <a:r>
              <a:rPr lang="en-US" sz="1900"/>
              <a:t> Menifee, San Jacinto, and Temecula campuses.</a:t>
            </a:r>
          </a:p>
          <a:p>
            <a:pPr>
              <a:lnSpc>
                <a:spcPct val="90000"/>
              </a:lnSpc>
            </a:pPr>
            <a:r>
              <a:rPr lang="en-US" sz="1900" b="1"/>
              <a:t>Criteria:</a:t>
            </a:r>
            <a:r>
              <a:rPr lang="en-US" sz="1900"/>
              <a:t> Students must be in high school and have the support of their parents, principal, and high school counselor.</a:t>
            </a:r>
          </a:p>
          <a:p>
            <a:pPr>
              <a:lnSpc>
                <a:spcPct val="90000"/>
              </a:lnSpc>
            </a:pPr>
            <a:r>
              <a:rPr lang="en-US" sz="1900" b="1"/>
              <a:t>Cost to Families: </a:t>
            </a:r>
            <a:r>
              <a:rPr lang="en-US" sz="1900"/>
              <a:t>Free</a:t>
            </a:r>
          </a:p>
          <a:p>
            <a:pPr>
              <a:lnSpc>
                <a:spcPct val="90000"/>
              </a:lnSpc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6148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37EF9-E1A5-CC13-DD85-FF47739C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</a:rPr>
              <a:t>Effective Strategies for Engaging Families in Education (Albright et al., 2011)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74CE2-9906-49FB-BED4-0B1CAAC8B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Two-Way School-Home Communication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Foster regular, meaningful communication, including updates, feedback, and school activities to engage families effectively.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Adapt communication methods to meet diverse family needs and preferences.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Family Involvement at Home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Encourage families to create a supportive home environment that reinforces learning.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Provide guidance on educational activities that complement schoolwork.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Family Involvement in School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Invite families to participate in school activities, volunteer opportunities, and decision-making processes.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Promote active involvement to enhance the educational experience and foster a sense of community.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Shared Decision-Making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Include families in educational decisions affecting their children to reinforce partnership and mutual respect.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Collaborate on setting educational goals and strategies that support student growth.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Parental Empowerment through Resources and Workshops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Offer workshops and resources to equip parents with the skills to support their child’s social, emotional, and academic development.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Provide opportunities for parents to learn and grow alongside their children.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000" b="1"/>
              <a:t>Consistent Support and Recognition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Regularly acknowledge and appreciate family contributions to their children’s education.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Support families with consistent, positive feedback and recognition to foster ongoing engagement.</a:t>
            </a:r>
          </a:p>
          <a:p>
            <a:pPr lvl="1">
              <a:lnSpc>
                <a:spcPct val="90000"/>
              </a:lnSpc>
            </a:pPr>
            <a:endParaRPr lang="en-US" sz="1000"/>
          </a:p>
          <a:p>
            <a:pPr lvl="1">
              <a:lnSpc>
                <a:spcPct val="90000"/>
              </a:lnSpc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71742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Puzzle pieces">
            <a:extLst>
              <a:ext uri="{FF2B5EF4-FFF2-40B4-BE49-F238E27FC236}">
                <a16:creationId xmlns:a16="http://schemas.microsoft.com/office/drawing/2014/main" id="{270CF3C4-3A01-A36E-8447-F106D53E42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4793" b="106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A1E9B-B556-6A85-63D5-8856E303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9099"/>
            <a:ext cx="3647493" cy="496583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Reflecting on My School-Family Partnership Skills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BAF36-B7B1-8132-CA78-62B83852B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38" y="209551"/>
            <a:ext cx="6591346" cy="603885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Strengths: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Communication:</a:t>
            </a:r>
            <a:r>
              <a:rPr lang="en-US" sz="1400" dirty="0"/>
              <a:t> Skilled in clear, consistent, and empathetic communication, ensuring parents feel informed and valued.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Enthusiasm:</a:t>
            </a:r>
            <a:r>
              <a:rPr lang="en-US" sz="1400" dirty="0"/>
              <a:t> Eager to engage families and promote a collaborative learning environment, bringing fresh ideas and energy.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Technology Use: </a:t>
            </a:r>
            <a:r>
              <a:rPr lang="en-US" sz="1400" dirty="0"/>
              <a:t>Proficient in using digital tools to facilitate accessible and inclusive communication with diverse families.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Areas for Growth: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Cultural Competency: </a:t>
            </a:r>
            <a:r>
              <a:rPr lang="en-US" sz="1400" dirty="0"/>
              <a:t>Need to deepen understanding of diverse family structures, values, and cultural backgrounds to tailor engagement strategies.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Conflict Resolution:</a:t>
            </a:r>
            <a:r>
              <a:rPr lang="en-US" sz="1400" dirty="0"/>
              <a:t> Need to develop stronger skills in managing and resolving conflicts that may arise in interactions with families.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Long-Term Engagement Strategies: </a:t>
            </a:r>
            <a:r>
              <a:rPr lang="en-US" sz="1400" dirty="0"/>
              <a:t>Need to learn to implement sustained engagement practices that keep families involved throughout the school year.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Action Plan: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Participate in PD:</a:t>
            </a:r>
            <a:r>
              <a:rPr lang="en-US" sz="1400" dirty="0"/>
              <a:t> Enroll in professional development courses focused on cultural competency and family engagement.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Mentorship:</a:t>
            </a:r>
            <a:r>
              <a:rPr lang="en-US" sz="1400" dirty="0"/>
              <a:t> Seek mentorship from experienced teachers who excel in family engagement and conflict resolution.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Feedback Mechanisms: </a:t>
            </a:r>
            <a:r>
              <a:rPr lang="en-US" sz="1400" dirty="0"/>
              <a:t>Establish regular feedback mechanisms to learn from families about what works and what needs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71662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062E-670B-7A0A-87CD-3D445CC6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62051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96F1-3367-A8F4-B045-07F0BCF0F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>
            <a:normAutofit fontScale="85000" lnSpcReduction="10000"/>
          </a:bodyPr>
          <a:lstStyle/>
          <a:p>
            <a:pPr marL="228600" indent="-228600">
              <a:buNone/>
            </a:pPr>
            <a:r>
              <a:rPr lang="en-US" dirty="0">
                <a:effectLst/>
              </a:rPr>
              <a:t>Albright, M. I., Weissberg, R. P., &amp; </a:t>
            </a:r>
            <a:r>
              <a:rPr lang="en-US" dirty="0" err="1">
                <a:effectLst/>
              </a:rPr>
              <a:t>Dusenbury</a:t>
            </a:r>
            <a:r>
              <a:rPr lang="en-US" dirty="0">
                <a:effectLst/>
              </a:rPr>
              <a:t>, L. A. (2011). </a:t>
            </a:r>
            <a:r>
              <a:rPr lang="en-US" i="1" dirty="0">
                <a:effectLst/>
              </a:rPr>
              <a:t>School-Family Partnership Strategies to Enhance Children’s Social, Emotional, and Academic Growth</a:t>
            </a:r>
            <a:r>
              <a:rPr lang="en-US" dirty="0">
                <a:effectLst/>
              </a:rPr>
              <a:t>. National Center for Mental Health Promotion and Youth Violence Prevention, Education Development Center, Inc.</a:t>
            </a:r>
          </a:p>
          <a:p>
            <a:pPr marL="228600" indent="-228600">
              <a:buNone/>
            </a:pPr>
            <a:r>
              <a:rPr lang="en-US" dirty="0" err="1">
                <a:effectLst/>
              </a:rPr>
              <a:t>Caspe</a:t>
            </a:r>
            <a:r>
              <a:rPr lang="en-US" dirty="0">
                <a:effectLst/>
              </a:rPr>
              <a:t>, M., Lopez, M. E., &amp; </a:t>
            </a:r>
            <a:r>
              <a:rPr lang="en-US" dirty="0" err="1">
                <a:effectLst/>
              </a:rPr>
              <a:t>Chattrabhuti</a:t>
            </a:r>
            <a:r>
              <a:rPr lang="en-US" dirty="0">
                <a:effectLst/>
              </a:rPr>
              <a:t>, C. (2015). </a:t>
            </a:r>
            <a:r>
              <a:rPr lang="en-US" i="1" dirty="0">
                <a:effectLst/>
              </a:rPr>
              <a:t>Four Important Things to Know About the Transition to School</a:t>
            </a:r>
            <a:r>
              <a:rPr lang="en-US" dirty="0">
                <a:effectLst/>
              </a:rPr>
              <a:t>.</a:t>
            </a:r>
          </a:p>
          <a:p>
            <a:pPr marL="228600" indent="-228600">
              <a:buNone/>
            </a:pPr>
            <a:r>
              <a:rPr lang="en-US" dirty="0">
                <a:effectLst/>
              </a:rPr>
              <a:t>Harvard Family Research Project. (2007). </a:t>
            </a:r>
            <a:r>
              <a:rPr lang="en-US" i="1" dirty="0">
                <a:effectLst/>
              </a:rPr>
              <a:t>Family Involvement in Elementary School Children’s Education</a:t>
            </a:r>
            <a:r>
              <a:rPr lang="en-US" dirty="0">
                <a:effectLst/>
              </a:rPr>
              <a:t>.</a:t>
            </a:r>
          </a:p>
          <a:p>
            <a:pPr marL="228600" indent="-228600">
              <a:buNone/>
            </a:pPr>
            <a:r>
              <a:rPr lang="en-US" dirty="0">
                <a:effectLst/>
              </a:rPr>
              <a:t>Harvard Family Research Project. (2010). </a:t>
            </a:r>
            <a:r>
              <a:rPr lang="en-US" i="1" dirty="0">
                <a:effectLst/>
              </a:rPr>
              <a:t>Partnerships for Learning: Profiles of Three School-Community Partnership Efforts</a:t>
            </a:r>
            <a:r>
              <a:rPr lang="en-US" dirty="0">
                <a:effectLst/>
              </a:rPr>
              <a:t>.</a:t>
            </a:r>
          </a:p>
          <a:p>
            <a:pPr marL="228600" indent="-228600">
              <a:buNone/>
            </a:pPr>
            <a:r>
              <a:rPr lang="en-US" dirty="0">
                <a:effectLst/>
              </a:rPr>
              <a:t>Redding, S., Murphy, M., &amp; </a:t>
            </a:r>
            <a:r>
              <a:rPr lang="en-US" dirty="0" err="1">
                <a:effectLst/>
              </a:rPr>
              <a:t>Sheley</a:t>
            </a:r>
            <a:r>
              <a:rPr lang="en-US" dirty="0">
                <a:effectLst/>
              </a:rPr>
              <a:t>, P. (2011). </a:t>
            </a:r>
            <a:r>
              <a:rPr lang="en-US" i="1" dirty="0">
                <a:effectLst/>
              </a:rPr>
              <a:t>Handbook on Family and Community Engagement</a:t>
            </a:r>
            <a:r>
              <a:rPr lang="en-US" dirty="0">
                <a:effectLst/>
              </a:rPr>
              <a:t>.</a:t>
            </a:r>
          </a:p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5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133</TotalTime>
  <Words>904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Building Positive Relationships and Community/School Support</vt:lpstr>
      <vt:lpstr>Strengthening Student Learning through Community Partnerships</vt:lpstr>
      <vt:lpstr>Community Partnerships</vt:lpstr>
      <vt:lpstr>Interactive eBooks (Follett Lightbox Titles)</vt:lpstr>
      <vt:lpstr>Live Online Tutoring</vt:lpstr>
      <vt:lpstr>High School/College Dual Enrollment Program</vt:lpstr>
      <vt:lpstr>Effective Strategies for Engaging Families in Education (Albright et al., 2011)</vt:lpstr>
      <vt:lpstr>Reflecting on My School-Family Partnership Skills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Positive Relationships and Community/School Support</dc:title>
  <dc:creator>Frank Jamison</dc:creator>
  <cp:lastModifiedBy>Frank Jamison</cp:lastModifiedBy>
  <cp:revision>1</cp:revision>
  <dcterms:created xsi:type="dcterms:W3CDTF">2024-04-19T20:11:49Z</dcterms:created>
  <dcterms:modified xsi:type="dcterms:W3CDTF">2024-04-19T22:28:06Z</dcterms:modified>
</cp:coreProperties>
</file>